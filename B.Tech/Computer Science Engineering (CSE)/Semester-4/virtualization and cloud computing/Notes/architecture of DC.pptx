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4630400" cy="18930938"/>
  <p:notesSz cx="18930938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2024-04-15T05:50:25Z</dcterms:created>
  <dcterms:modified xsi:type="dcterms:W3CDTF">2024-04-15T05:50:25Z</dcterms:modified>
</cp:coreProperties>
</file>