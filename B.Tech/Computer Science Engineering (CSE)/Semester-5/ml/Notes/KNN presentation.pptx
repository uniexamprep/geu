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7" r:id="rId11"/>
    <p:sldId id="270" r:id="rId12"/>
    <p:sldId id="274" r:id="rId13"/>
    <p:sldId id="275" r:id="rId14"/>
    <p:sldId id="276" r:id="rId15"/>
    <p:sldId id="277" r:id="rId16"/>
    <p:sldId id="278" r:id="rId17"/>
    <p:sldId id="279" r:id="rId18"/>
    <p:sldId id="272" r:id="rId19"/>
    <p:sldId id="273" r:id="rId20"/>
    <p:sldId id="271" r:id="rId21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78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9242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839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7294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474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7056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114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741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0452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4475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114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34180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2607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6373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7712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971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66977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1779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0541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5813" y="1693290"/>
            <a:ext cx="6040755" cy="1784463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 marR="5080" algn="ctr">
              <a:lnSpc>
                <a:spcPts val="6480"/>
              </a:lnSpc>
              <a:spcBef>
                <a:spcPts val="915"/>
              </a:spcBef>
            </a:pPr>
            <a:r>
              <a:rPr sz="6000" spc="-5" dirty="0">
                <a:latin typeface="Arial MT"/>
                <a:cs typeface="Arial MT"/>
              </a:rPr>
              <a:t>Neares</a:t>
            </a:r>
            <a:r>
              <a:rPr sz="6000" spc="5" dirty="0">
                <a:latin typeface="Arial MT"/>
                <a:cs typeface="Arial MT"/>
              </a:rPr>
              <a:t>t-</a:t>
            </a:r>
            <a:r>
              <a:rPr sz="6000" spc="-5" dirty="0">
                <a:latin typeface="Arial MT"/>
                <a:cs typeface="Arial MT"/>
              </a:rPr>
              <a:t>Neighbor  </a:t>
            </a:r>
            <a:r>
              <a:rPr sz="6000" dirty="0">
                <a:latin typeface="Arial MT"/>
                <a:cs typeface="Arial MT"/>
              </a:rPr>
              <a:t>Classifier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78301" y="461594"/>
            <a:ext cx="58324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Instance-Based</a:t>
            </a:r>
            <a:r>
              <a:rPr spc="-105" dirty="0"/>
              <a:t> </a:t>
            </a:r>
            <a:r>
              <a:rPr spc="-10" dirty="0"/>
              <a:t>Classifiers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900316" y="1671437"/>
          <a:ext cx="3779519" cy="39673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94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8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7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7759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1730"/>
                        </a:spcBef>
                      </a:pPr>
                      <a:r>
                        <a:rPr sz="2200" spc="45" dirty="0">
                          <a:latin typeface="Times New Roman"/>
                          <a:cs typeface="Times New Roman"/>
                        </a:rPr>
                        <a:t>Atr1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197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B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114300">
                        <a:lnSpc>
                          <a:spcPct val="100000"/>
                        </a:lnSpc>
                      </a:pPr>
                      <a:r>
                        <a:rPr sz="1550" spc="55" dirty="0">
                          <a:latin typeface="Times New Roman"/>
                          <a:cs typeface="Times New Roman"/>
                        </a:rPr>
                        <a:t>……...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B1"/>
                    </a:solidFill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1730"/>
                        </a:spcBef>
                      </a:pPr>
                      <a:r>
                        <a:rPr sz="2200" spc="45" dirty="0">
                          <a:latin typeface="Times New Roman"/>
                          <a:cs typeface="Times New Roman"/>
                        </a:rPr>
                        <a:t>AtrN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197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B1"/>
                    </a:solidFill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1730"/>
                        </a:spcBef>
                      </a:pPr>
                      <a:r>
                        <a:rPr sz="2200" spc="45" dirty="0">
                          <a:latin typeface="Times New Roman"/>
                          <a:cs typeface="Times New Roman"/>
                        </a:rPr>
                        <a:t>Class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197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5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ts val="2585"/>
                        </a:lnSpc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A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4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ts val="2585"/>
                        </a:lnSpc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B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5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ts val="2565"/>
                        </a:lnSpc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B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5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ts val="2565"/>
                        </a:lnSpc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C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7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ts val="2565"/>
                        </a:lnSpc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A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ts val="2565"/>
                        </a:lnSpc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C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20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ts val="2560"/>
                        </a:lnSpc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B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319796" y="1136367"/>
            <a:ext cx="2995930" cy="4559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800" spc="25" dirty="0">
                <a:latin typeface="Times New Roman"/>
                <a:cs typeface="Times New Roman"/>
              </a:rPr>
              <a:t>Set</a:t>
            </a:r>
            <a:r>
              <a:rPr sz="2800" spc="120" dirty="0">
                <a:latin typeface="Times New Roman"/>
                <a:cs typeface="Times New Roman"/>
              </a:rPr>
              <a:t> </a:t>
            </a:r>
            <a:r>
              <a:rPr sz="2800" spc="50" dirty="0">
                <a:latin typeface="Times New Roman"/>
                <a:cs typeface="Times New Roman"/>
              </a:rPr>
              <a:t>of</a:t>
            </a:r>
            <a:r>
              <a:rPr sz="2800" spc="220" dirty="0">
                <a:latin typeface="Times New Roman"/>
                <a:cs typeface="Times New Roman"/>
              </a:rPr>
              <a:t> </a:t>
            </a:r>
            <a:r>
              <a:rPr sz="2800" spc="55" dirty="0">
                <a:latin typeface="Times New Roman"/>
                <a:cs typeface="Times New Roman"/>
              </a:rPr>
              <a:t>Stored</a:t>
            </a:r>
            <a:r>
              <a:rPr sz="2800" spc="125" dirty="0">
                <a:latin typeface="Times New Roman"/>
                <a:cs typeface="Times New Roman"/>
              </a:rPr>
              <a:t> </a:t>
            </a:r>
            <a:r>
              <a:rPr sz="2800" spc="85" dirty="0">
                <a:latin typeface="Times New Roman"/>
                <a:cs typeface="Times New Roman"/>
              </a:rPr>
              <a:t>Cases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690611" y="3048129"/>
            <a:ext cx="2118995" cy="2314575"/>
            <a:chOff x="5690611" y="3048129"/>
            <a:chExt cx="2118995" cy="2314575"/>
          </a:xfrm>
        </p:grpSpPr>
        <p:sp>
          <p:nvSpPr>
            <p:cNvPr id="6" name="object 6"/>
            <p:cNvSpPr/>
            <p:nvPr/>
          </p:nvSpPr>
          <p:spPr>
            <a:xfrm>
              <a:off x="5692002" y="3049486"/>
              <a:ext cx="2116455" cy="1337310"/>
            </a:xfrm>
            <a:custGeom>
              <a:avLst/>
              <a:gdLst/>
              <a:ahLst/>
              <a:cxnLst/>
              <a:rect l="l" t="t" r="r" b="b"/>
              <a:pathLst>
                <a:path w="2116454" h="1337310">
                  <a:moveTo>
                    <a:pt x="122123" y="0"/>
                  </a:moveTo>
                  <a:lnTo>
                    <a:pt x="0" y="46130"/>
                  </a:lnTo>
                  <a:lnTo>
                    <a:pt x="38692" y="187552"/>
                  </a:lnTo>
                  <a:lnTo>
                    <a:pt x="66503" y="125928"/>
                  </a:lnTo>
                  <a:lnTo>
                    <a:pt x="2086985" y="1337178"/>
                  </a:lnTo>
                  <a:lnTo>
                    <a:pt x="2116004" y="1274167"/>
                  </a:lnTo>
                  <a:lnTo>
                    <a:pt x="94313" y="61507"/>
                  </a:lnTo>
                  <a:lnTo>
                    <a:pt x="12212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692002" y="3049486"/>
              <a:ext cx="2116455" cy="1337310"/>
            </a:xfrm>
            <a:custGeom>
              <a:avLst/>
              <a:gdLst/>
              <a:ahLst/>
              <a:cxnLst/>
              <a:rect l="l" t="t" r="r" b="b"/>
              <a:pathLst>
                <a:path w="2116454" h="1337310">
                  <a:moveTo>
                    <a:pt x="0" y="46130"/>
                  </a:moveTo>
                  <a:lnTo>
                    <a:pt x="38692" y="187552"/>
                  </a:lnTo>
                  <a:lnTo>
                    <a:pt x="66503" y="125928"/>
                  </a:lnTo>
                  <a:lnTo>
                    <a:pt x="2086985" y="1337178"/>
                  </a:lnTo>
                  <a:lnTo>
                    <a:pt x="2116004" y="1274167"/>
                  </a:lnTo>
                  <a:lnTo>
                    <a:pt x="94313" y="61507"/>
                  </a:lnTo>
                  <a:lnTo>
                    <a:pt x="122123" y="0"/>
                  </a:lnTo>
                  <a:lnTo>
                    <a:pt x="0" y="4613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692002" y="3851767"/>
              <a:ext cx="2081530" cy="563245"/>
            </a:xfrm>
            <a:custGeom>
              <a:avLst/>
              <a:gdLst/>
              <a:ahLst/>
              <a:cxnLst/>
              <a:rect l="l" t="t" r="r" b="b"/>
              <a:pathLst>
                <a:path w="2081529" h="563245">
                  <a:moveTo>
                    <a:pt x="105195" y="0"/>
                  </a:moveTo>
                  <a:lnTo>
                    <a:pt x="0" y="83990"/>
                  </a:lnTo>
                  <a:lnTo>
                    <a:pt x="72548" y="205841"/>
                  </a:lnTo>
                  <a:lnTo>
                    <a:pt x="83431" y="137227"/>
                  </a:lnTo>
                  <a:lnTo>
                    <a:pt x="2070057" y="562901"/>
                  </a:lnTo>
                  <a:lnTo>
                    <a:pt x="2080939" y="492889"/>
                  </a:lnTo>
                  <a:lnTo>
                    <a:pt x="94313" y="67215"/>
                  </a:lnTo>
                  <a:lnTo>
                    <a:pt x="10519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692002" y="3851767"/>
              <a:ext cx="2081530" cy="563245"/>
            </a:xfrm>
            <a:custGeom>
              <a:avLst/>
              <a:gdLst/>
              <a:ahLst/>
              <a:cxnLst/>
              <a:rect l="l" t="t" r="r" b="b"/>
              <a:pathLst>
                <a:path w="2081529" h="563245">
                  <a:moveTo>
                    <a:pt x="0" y="83990"/>
                  </a:moveTo>
                  <a:lnTo>
                    <a:pt x="72548" y="205841"/>
                  </a:lnTo>
                  <a:lnTo>
                    <a:pt x="83431" y="137227"/>
                  </a:lnTo>
                  <a:lnTo>
                    <a:pt x="2070057" y="562901"/>
                  </a:lnTo>
                  <a:lnTo>
                    <a:pt x="2080939" y="492889"/>
                  </a:lnTo>
                  <a:lnTo>
                    <a:pt x="94313" y="67215"/>
                  </a:lnTo>
                  <a:lnTo>
                    <a:pt x="105195" y="0"/>
                  </a:lnTo>
                  <a:lnTo>
                    <a:pt x="0" y="8399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92002" y="4354454"/>
              <a:ext cx="2084705" cy="1007110"/>
            </a:xfrm>
            <a:custGeom>
              <a:avLst/>
              <a:gdLst/>
              <a:ahLst/>
              <a:cxnLst/>
              <a:rect l="l" t="t" r="r" b="b"/>
              <a:pathLst>
                <a:path w="2084704" h="1007110">
                  <a:moveTo>
                    <a:pt x="2062802" y="0"/>
                  </a:moveTo>
                  <a:lnTo>
                    <a:pt x="73757" y="875158"/>
                  </a:lnTo>
                  <a:lnTo>
                    <a:pt x="51993" y="810738"/>
                  </a:lnTo>
                  <a:lnTo>
                    <a:pt x="0" y="946566"/>
                  </a:lnTo>
                  <a:lnTo>
                    <a:pt x="117287" y="1006776"/>
                  </a:lnTo>
                  <a:lnTo>
                    <a:pt x="95522" y="942365"/>
                  </a:lnTo>
                  <a:lnTo>
                    <a:pt x="2084566" y="67215"/>
                  </a:lnTo>
                  <a:lnTo>
                    <a:pt x="206280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692002" y="4354454"/>
              <a:ext cx="2084705" cy="1007110"/>
            </a:xfrm>
            <a:custGeom>
              <a:avLst/>
              <a:gdLst/>
              <a:ahLst/>
              <a:cxnLst/>
              <a:rect l="l" t="t" r="r" b="b"/>
              <a:pathLst>
                <a:path w="2084704" h="1007110">
                  <a:moveTo>
                    <a:pt x="0" y="946566"/>
                  </a:moveTo>
                  <a:lnTo>
                    <a:pt x="117287" y="1006776"/>
                  </a:lnTo>
                  <a:lnTo>
                    <a:pt x="95522" y="942365"/>
                  </a:lnTo>
                  <a:lnTo>
                    <a:pt x="2084566" y="67215"/>
                  </a:lnTo>
                  <a:lnTo>
                    <a:pt x="2062802" y="0"/>
                  </a:lnTo>
                  <a:lnTo>
                    <a:pt x="73757" y="875158"/>
                  </a:lnTo>
                  <a:lnTo>
                    <a:pt x="51993" y="810738"/>
                  </a:lnTo>
                  <a:lnTo>
                    <a:pt x="0" y="94656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7759143" y="3948294"/>
          <a:ext cx="2636520" cy="977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0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5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2730"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1625"/>
                        </a:spcBef>
                      </a:pPr>
                      <a:r>
                        <a:rPr sz="2000" spc="60" dirty="0">
                          <a:latin typeface="Times New Roman"/>
                          <a:cs typeface="Times New Roman"/>
                        </a:rPr>
                        <a:t>Atr1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063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B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106045">
                        <a:lnSpc>
                          <a:spcPct val="100000"/>
                        </a:lnSpc>
                      </a:pPr>
                      <a:r>
                        <a:rPr sz="1400" spc="75" dirty="0">
                          <a:latin typeface="Times New Roman"/>
                          <a:cs typeface="Times New Roman"/>
                        </a:rPr>
                        <a:t>……...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B1"/>
                    </a:solidFill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1625"/>
                        </a:spcBef>
                      </a:pPr>
                      <a:r>
                        <a:rPr sz="2000" spc="60" dirty="0">
                          <a:latin typeface="Times New Roman"/>
                          <a:cs typeface="Times New Roman"/>
                        </a:rPr>
                        <a:t>AtrN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06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8137385" y="3419406"/>
            <a:ext cx="1871345" cy="4273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spc="85" dirty="0">
                <a:latin typeface="Times New Roman"/>
                <a:cs typeface="Times New Roman"/>
              </a:rPr>
              <a:t>Unseen</a:t>
            </a:r>
            <a:r>
              <a:rPr sz="2600" spc="80" dirty="0">
                <a:latin typeface="Times New Roman"/>
                <a:cs typeface="Times New Roman"/>
              </a:rPr>
              <a:t> Case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37629" y="1261618"/>
            <a:ext cx="2732405" cy="139763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55575" indent="-143510">
              <a:lnSpc>
                <a:spcPct val="100000"/>
              </a:lnSpc>
              <a:spcBef>
                <a:spcPts val="1180"/>
              </a:spcBef>
              <a:buChar char="•"/>
              <a:tabLst>
                <a:tab pos="156210" algn="l"/>
              </a:tabLst>
            </a:pPr>
            <a:r>
              <a:rPr sz="1800" dirty="0">
                <a:latin typeface="Arial MT"/>
                <a:cs typeface="Arial MT"/>
              </a:rPr>
              <a:t>Store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training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records</a:t>
            </a:r>
            <a:endParaRPr sz="1800">
              <a:latin typeface="Arial MT"/>
              <a:cs typeface="Arial MT"/>
            </a:endParaRPr>
          </a:p>
          <a:p>
            <a:pPr marL="156210" marR="71120" indent="-156210">
              <a:lnSpc>
                <a:spcPct val="100000"/>
              </a:lnSpc>
              <a:spcBef>
                <a:spcPts val="1080"/>
              </a:spcBef>
              <a:buChar char="•"/>
              <a:tabLst>
                <a:tab pos="156210" algn="l"/>
              </a:tabLst>
            </a:pPr>
            <a:r>
              <a:rPr sz="1800" spc="-5" dirty="0">
                <a:latin typeface="Arial MT"/>
                <a:cs typeface="Arial MT"/>
              </a:rPr>
              <a:t>Use training records </a:t>
            </a:r>
            <a:r>
              <a:rPr sz="1800" dirty="0">
                <a:latin typeface="Arial MT"/>
                <a:cs typeface="Arial MT"/>
              </a:rPr>
              <a:t>to 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predict </a:t>
            </a:r>
            <a:r>
              <a:rPr sz="1800" dirty="0">
                <a:latin typeface="Arial MT"/>
                <a:cs typeface="Arial MT"/>
              </a:rPr>
              <a:t>the </a:t>
            </a:r>
            <a:r>
              <a:rPr sz="1800" spc="-5" dirty="0">
                <a:latin typeface="Arial MT"/>
                <a:cs typeface="Arial MT"/>
              </a:rPr>
              <a:t>class </a:t>
            </a:r>
            <a:r>
              <a:rPr sz="1800" spc="-10" dirty="0">
                <a:latin typeface="Arial MT"/>
                <a:cs typeface="Arial MT"/>
              </a:rPr>
              <a:t>label </a:t>
            </a:r>
            <a:r>
              <a:rPr sz="1800" spc="-5" dirty="0">
                <a:latin typeface="Arial MT"/>
                <a:cs typeface="Arial MT"/>
              </a:rPr>
              <a:t>of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unseen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cases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1161" y="461594"/>
            <a:ext cx="57880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Instance</a:t>
            </a:r>
            <a:r>
              <a:rPr spc="-35" dirty="0"/>
              <a:t> </a:t>
            </a:r>
            <a:r>
              <a:rPr dirty="0"/>
              <a:t>Based</a:t>
            </a:r>
            <a:r>
              <a:rPr spc="-60" dirty="0"/>
              <a:t> </a:t>
            </a:r>
            <a:r>
              <a:rPr spc="-10" dirty="0"/>
              <a:t>Classifiers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506537"/>
            <a:ext cx="10542270" cy="340106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Examples:</a:t>
            </a:r>
            <a:endParaRPr sz="3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Rote-learner</a:t>
            </a:r>
            <a:endParaRPr sz="2800">
              <a:latin typeface="Calibri"/>
              <a:cs typeface="Calibri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1224280" algn="l"/>
                <a:tab pos="1224915" algn="l"/>
              </a:tabLst>
            </a:pPr>
            <a:r>
              <a:rPr dirty="0"/>
              <a:t>	</a:t>
            </a:r>
            <a:r>
              <a:rPr sz="2400" spc="-10" dirty="0">
                <a:latin typeface="Calibri"/>
                <a:cs typeface="Calibri"/>
              </a:rPr>
              <a:t>Memorizes entire training </a:t>
            </a:r>
            <a:r>
              <a:rPr sz="2400" spc="-15" dirty="0">
                <a:latin typeface="Calibri"/>
                <a:cs typeface="Calibri"/>
              </a:rPr>
              <a:t>data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10" dirty="0">
                <a:latin typeface="Calibri"/>
                <a:cs typeface="Calibri"/>
              </a:rPr>
              <a:t>performs </a:t>
            </a:r>
            <a:r>
              <a:rPr sz="2400" spc="-5" dirty="0">
                <a:latin typeface="Calibri"/>
                <a:cs typeface="Calibri"/>
              </a:rPr>
              <a:t>classification only </a:t>
            </a:r>
            <a:r>
              <a:rPr sz="2400" dirty="0">
                <a:latin typeface="Calibri"/>
                <a:cs typeface="Calibri"/>
              </a:rPr>
              <a:t>if </a:t>
            </a:r>
            <a:r>
              <a:rPr sz="2400" spc="-10" dirty="0">
                <a:latin typeface="Calibri"/>
                <a:cs typeface="Calibri"/>
              </a:rPr>
              <a:t>attributes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20" dirty="0">
                <a:latin typeface="Calibri"/>
                <a:cs typeface="Calibri"/>
              </a:rPr>
              <a:t>record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match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one of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training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examples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exactly</a:t>
            </a:r>
            <a:endParaRPr sz="240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buFont typeface="Arial MT"/>
              <a:buChar char="•"/>
            </a:pPr>
            <a:endParaRPr sz="24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74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Nearest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neighbor</a:t>
            </a:r>
            <a:endParaRPr sz="2800">
              <a:latin typeface="Calibri"/>
              <a:cs typeface="Calibri"/>
            </a:endParaRPr>
          </a:p>
          <a:p>
            <a:pPr marL="1224280" lvl="2" indent="-297815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1224280" algn="l"/>
                <a:tab pos="1224915" algn="l"/>
              </a:tabLst>
            </a:pPr>
            <a:r>
              <a:rPr sz="2400" spc="-5" dirty="0">
                <a:latin typeface="Calibri"/>
                <a:cs typeface="Calibri"/>
              </a:rPr>
              <a:t>Uses</a:t>
            </a:r>
            <a:r>
              <a:rPr sz="2400" dirty="0">
                <a:latin typeface="Calibri"/>
                <a:cs typeface="Calibri"/>
              </a:rPr>
              <a:t> k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“closest”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points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(nearest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neighbors)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performing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classification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2932" y="461594"/>
            <a:ext cx="64071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Nearest</a:t>
            </a:r>
            <a:r>
              <a:rPr spc="-50" dirty="0"/>
              <a:t> </a:t>
            </a:r>
            <a:r>
              <a:rPr dirty="0"/>
              <a:t>Neighbor</a:t>
            </a:r>
            <a:r>
              <a:rPr spc="-15" dirty="0"/>
              <a:t> </a:t>
            </a:r>
            <a:r>
              <a:rPr spc="-10" dirty="0"/>
              <a:t>Classifiers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506537"/>
            <a:ext cx="10177780" cy="112903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Basic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idea:</a:t>
            </a:r>
            <a:endParaRPr sz="32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690"/>
              </a:spcBef>
            </a:pP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5" dirty="0">
                <a:latin typeface="Calibri"/>
                <a:cs typeface="Calibri"/>
              </a:rPr>
              <a:t>If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walks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like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duck,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quacks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like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duck,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it’s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probably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duck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918236" y="4202076"/>
            <a:ext cx="1125855" cy="741680"/>
            <a:chOff x="8918236" y="4202076"/>
            <a:chExt cx="1125855" cy="741680"/>
          </a:xfrm>
        </p:grpSpPr>
        <p:sp>
          <p:nvSpPr>
            <p:cNvPr id="5" name="object 5"/>
            <p:cNvSpPr/>
            <p:nvPr/>
          </p:nvSpPr>
          <p:spPr>
            <a:xfrm>
              <a:off x="8982642" y="4202076"/>
              <a:ext cx="892175" cy="580390"/>
            </a:xfrm>
            <a:custGeom>
              <a:avLst/>
              <a:gdLst/>
              <a:ahLst/>
              <a:cxnLst/>
              <a:rect l="l" t="t" r="r" b="b"/>
              <a:pathLst>
                <a:path w="892175" h="580389">
                  <a:moveTo>
                    <a:pt x="165348" y="241299"/>
                  </a:moveTo>
                  <a:lnTo>
                    <a:pt x="133767" y="241299"/>
                  </a:lnTo>
                  <a:lnTo>
                    <a:pt x="136864" y="248919"/>
                  </a:lnTo>
                  <a:lnTo>
                    <a:pt x="136243" y="256539"/>
                  </a:lnTo>
                  <a:lnTo>
                    <a:pt x="132524" y="271779"/>
                  </a:lnTo>
                  <a:lnTo>
                    <a:pt x="126330" y="283209"/>
                  </a:lnTo>
                  <a:lnTo>
                    <a:pt x="118901" y="295909"/>
                  </a:lnTo>
                  <a:lnTo>
                    <a:pt x="102802" y="318769"/>
                  </a:lnTo>
                  <a:lnTo>
                    <a:pt x="95986" y="331469"/>
                  </a:lnTo>
                  <a:lnTo>
                    <a:pt x="89791" y="344169"/>
                  </a:lnTo>
                  <a:lnTo>
                    <a:pt x="86081" y="358139"/>
                  </a:lnTo>
                  <a:lnTo>
                    <a:pt x="84839" y="373379"/>
                  </a:lnTo>
                  <a:lnTo>
                    <a:pt x="84218" y="391159"/>
                  </a:lnTo>
                  <a:lnTo>
                    <a:pt x="86702" y="408939"/>
                  </a:lnTo>
                  <a:lnTo>
                    <a:pt x="110230" y="455929"/>
                  </a:lnTo>
                  <a:lnTo>
                    <a:pt x="150487" y="494029"/>
                  </a:lnTo>
                  <a:lnTo>
                    <a:pt x="154197" y="495299"/>
                  </a:lnTo>
                  <a:lnTo>
                    <a:pt x="162255" y="501649"/>
                  </a:lnTo>
                  <a:lnTo>
                    <a:pt x="179589" y="511809"/>
                  </a:lnTo>
                  <a:lnTo>
                    <a:pt x="188881" y="516889"/>
                  </a:lnTo>
                  <a:lnTo>
                    <a:pt x="207456" y="525779"/>
                  </a:lnTo>
                  <a:lnTo>
                    <a:pt x="216127" y="529589"/>
                  </a:lnTo>
                  <a:lnTo>
                    <a:pt x="225419" y="534669"/>
                  </a:lnTo>
                  <a:lnTo>
                    <a:pt x="268765" y="554989"/>
                  </a:lnTo>
                  <a:lnTo>
                    <a:pt x="316450" y="566419"/>
                  </a:lnTo>
                  <a:lnTo>
                    <a:pt x="341221" y="571499"/>
                  </a:lnTo>
                  <a:lnTo>
                    <a:pt x="378380" y="575309"/>
                  </a:lnTo>
                  <a:lnTo>
                    <a:pt x="390770" y="577849"/>
                  </a:lnTo>
                  <a:lnTo>
                    <a:pt x="414919" y="580389"/>
                  </a:lnTo>
                  <a:lnTo>
                    <a:pt x="453312" y="580389"/>
                  </a:lnTo>
                  <a:lnTo>
                    <a:pt x="462604" y="579119"/>
                  </a:lnTo>
                  <a:lnTo>
                    <a:pt x="471897" y="579119"/>
                  </a:lnTo>
                  <a:lnTo>
                    <a:pt x="546207" y="568959"/>
                  </a:lnTo>
                  <a:lnTo>
                    <a:pt x="554878" y="568959"/>
                  </a:lnTo>
                  <a:lnTo>
                    <a:pt x="583367" y="565149"/>
                  </a:lnTo>
                  <a:lnTo>
                    <a:pt x="603185" y="561339"/>
                  </a:lnTo>
                  <a:lnTo>
                    <a:pt x="612468" y="558799"/>
                  </a:lnTo>
                  <a:lnTo>
                    <a:pt x="632286" y="554989"/>
                  </a:lnTo>
                  <a:lnTo>
                    <a:pt x="641578" y="552449"/>
                  </a:lnTo>
                  <a:lnTo>
                    <a:pt x="651483" y="551179"/>
                  </a:lnTo>
                  <a:lnTo>
                    <a:pt x="660775" y="548639"/>
                  </a:lnTo>
                  <a:lnTo>
                    <a:pt x="670680" y="547369"/>
                  </a:lnTo>
                  <a:lnTo>
                    <a:pt x="679972" y="544829"/>
                  </a:lnTo>
                  <a:lnTo>
                    <a:pt x="689885" y="542289"/>
                  </a:lnTo>
                  <a:lnTo>
                    <a:pt x="699169" y="539749"/>
                  </a:lnTo>
                  <a:lnTo>
                    <a:pt x="709082" y="537209"/>
                  </a:lnTo>
                  <a:lnTo>
                    <a:pt x="718365" y="534669"/>
                  </a:lnTo>
                  <a:lnTo>
                    <a:pt x="720841" y="532129"/>
                  </a:lnTo>
                  <a:lnTo>
                    <a:pt x="725802" y="529589"/>
                  </a:lnTo>
                  <a:lnTo>
                    <a:pt x="731989" y="528319"/>
                  </a:lnTo>
                  <a:lnTo>
                    <a:pt x="734473" y="528319"/>
                  </a:lnTo>
                  <a:lnTo>
                    <a:pt x="740659" y="527049"/>
                  </a:lnTo>
                  <a:lnTo>
                    <a:pt x="752428" y="523239"/>
                  </a:lnTo>
                  <a:lnTo>
                    <a:pt x="764196" y="518159"/>
                  </a:lnTo>
                  <a:lnTo>
                    <a:pt x="775964" y="514349"/>
                  </a:lnTo>
                  <a:lnTo>
                    <a:pt x="787111" y="507999"/>
                  </a:lnTo>
                  <a:lnTo>
                    <a:pt x="792702" y="504189"/>
                  </a:lnTo>
                  <a:lnTo>
                    <a:pt x="437834" y="504189"/>
                  </a:lnTo>
                  <a:lnTo>
                    <a:pt x="428542" y="502919"/>
                  </a:lnTo>
                  <a:lnTo>
                    <a:pt x="420492" y="502919"/>
                  </a:lnTo>
                  <a:lnTo>
                    <a:pt x="411822" y="501649"/>
                  </a:lnTo>
                  <a:lnTo>
                    <a:pt x="395722" y="499109"/>
                  </a:lnTo>
                  <a:lnTo>
                    <a:pt x="387051" y="497839"/>
                  </a:lnTo>
                  <a:lnTo>
                    <a:pt x="379623" y="496569"/>
                  </a:lnTo>
                  <a:lnTo>
                    <a:pt x="371573" y="495299"/>
                  </a:lnTo>
                  <a:lnTo>
                    <a:pt x="364136" y="495299"/>
                  </a:lnTo>
                  <a:lnTo>
                    <a:pt x="351755" y="491489"/>
                  </a:lnTo>
                  <a:lnTo>
                    <a:pt x="344939" y="488949"/>
                  </a:lnTo>
                  <a:lnTo>
                    <a:pt x="338745" y="487679"/>
                  </a:lnTo>
                  <a:lnTo>
                    <a:pt x="331937" y="486409"/>
                  </a:lnTo>
                  <a:lnTo>
                    <a:pt x="325743" y="485139"/>
                  </a:lnTo>
                  <a:lnTo>
                    <a:pt x="318927" y="483869"/>
                  </a:lnTo>
                  <a:lnTo>
                    <a:pt x="312741" y="483869"/>
                  </a:lnTo>
                  <a:lnTo>
                    <a:pt x="305925" y="482599"/>
                  </a:lnTo>
                  <a:lnTo>
                    <a:pt x="299730" y="481329"/>
                  </a:lnTo>
                  <a:lnTo>
                    <a:pt x="292923" y="480059"/>
                  </a:lnTo>
                  <a:lnTo>
                    <a:pt x="280533" y="476249"/>
                  </a:lnTo>
                  <a:lnTo>
                    <a:pt x="274960" y="473709"/>
                  </a:lnTo>
                  <a:lnTo>
                    <a:pt x="268765" y="469899"/>
                  </a:lnTo>
                  <a:lnTo>
                    <a:pt x="263191" y="467359"/>
                  </a:lnTo>
                  <a:lnTo>
                    <a:pt x="253908" y="464819"/>
                  </a:lnTo>
                  <a:lnTo>
                    <a:pt x="243995" y="462279"/>
                  </a:lnTo>
                  <a:lnTo>
                    <a:pt x="234711" y="459739"/>
                  </a:lnTo>
                  <a:lnTo>
                    <a:pt x="226040" y="457199"/>
                  </a:lnTo>
                  <a:lnTo>
                    <a:pt x="216748" y="453389"/>
                  </a:lnTo>
                  <a:lnTo>
                    <a:pt x="190736" y="441959"/>
                  </a:lnTo>
                  <a:lnTo>
                    <a:pt x="182686" y="436879"/>
                  </a:lnTo>
                  <a:lnTo>
                    <a:pt x="174015" y="431799"/>
                  </a:lnTo>
                  <a:lnTo>
                    <a:pt x="149866" y="415289"/>
                  </a:lnTo>
                  <a:lnTo>
                    <a:pt x="142438" y="408939"/>
                  </a:lnTo>
                  <a:lnTo>
                    <a:pt x="134388" y="402589"/>
                  </a:lnTo>
                  <a:lnTo>
                    <a:pt x="123241" y="391159"/>
                  </a:lnTo>
                  <a:lnTo>
                    <a:pt x="115804" y="380999"/>
                  </a:lnTo>
                  <a:lnTo>
                    <a:pt x="112094" y="377189"/>
                  </a:lnTo>
                  <a:lnTo>
                    <a:pt x="108996" y="372109"/>
                  </a:lnTo>
                  <a:lnTo>
                    <a:pt x="106520" y="365759"/>
                  </a:lnTo>
                  <a:lnTo>
                    <a:pt x="105278" y="360679"/>
                  </a:lnTo>
                  <a:lnTo>
                    <a:pt x="105278" y="354329"/>
                  </a:lnTo>
                  <a:lnTo>
                    <a:pt x="118280" y="354329"/>
                  </a:lnTo>
                  <a:lnTo>
                    <a:pt x="115804" y="347979"/>
                  </a:lnTo>
                  <a:lnTo>
                    <a:pt x="113949" y="344169"/>
                  </a:lnTo>
                  <a:lnTo>
                    <a:pt x="111473" y="340359"/>
                  </a:lnTo>
                  <a:lnTo>
                    <a:pt x="109609" y="336549"/>
                  </a:lnTo>
                  <a:lnTo>
                    <a:pt x="108996" y="332739"/>
                  </a:lnTo>
                  <a:lnTo>
                    <a:pt x="123960" y="332739"/>
                  </a:lnTo>
                  <a:lnTo>
                    <a:pt x="118280" y="326389"/>
                  </a:lnTo>
                  <a:lnTo>
                    <a:pt x="117667" y="323849"/>
                  </a:lnTo>
                  <a:lnTo>
                    <a:pt x="117667" y="318769"/>
                  </a:lnTo>
                  <a:lnTo>
                    <a:pt x="120143" y="316229"/>
                  </a:lnTo>
                  <a:lnTo>
                    <a:pt x="135000" y="316229"/>
                  </a:lnTo>
                  <a:lnTo>
                    <a:pt x="128193" y="309879"/>
                  </a:lnTo>
                  <a:lnTo>
                    <a:pt x="126330" y="306069"/>
                  </a:lnTo>
                  <a:lnTo>
                    <a:pt x="129427" y="302259"/>
                  </a:lnTo>
                  <a:lnTo>
                    <a:pt x="153792" y="302259"/>
                  </a:lnTo>
                  <a:lnTo>
                    <a:pt x="148011" y="299719"/>
                  </a:lnTo>
                  <a:lnTo>
                    <a:pt x="140574" y="294639"/>
                  </a:lnTo>
                  <a:lnTo>
                    <a:pt x="136864" y="289559"/>
                  </a:lnTo>
                  <a:lnTo>
                    <a:pt x="136864" y="287019"/>
                  </a:lnTo>
                  <a:lnTo>
                    <a:pt x="139340" y="281939"/>
                  </a:lnTo>
                  <a:lnTo>
                    <a:pt x="160398" y="281939"/>
                  </a:lnTo>
                  <a:lnTo>
                    <a:pt x="156682" y="279399"/>
                  </a:lnTo>
                  <a:lnTo>
                    <a:pt x="151108" y="274319"/>
                  </a:lnTo>
                  <a:lnTo>
                    <a:pt x="147390" y="269239"/>
                  </a:lnTo>
                  <a:lnTo>
                    <a:pt x="146769" y="262889"/>
                  </a:lnTo>
                  <a:lnTo>
                    <a:pt x="170305" y="262889"/>
                  </a:lnTo>
                  <a:lnTo>
                    <a:pt x="167208" y="260349"/>
                  </a:lnTo>
                  <a:lnTo>
                    <a:pt x="164732" y="259079"/>
                  </a:lnTo>
                  <a:lnTo>
                    <a:pt x="155440" y="255269"/>
                  </a:lnTo>
                  <a:lnTo>
                    <a:pt x="152963" y="252729"/>
                  </a:lnTo>
                  <a:lnTo>
                    <a:pt x="151108" y="251459"/>
                  </a:lnTo>
                  <a:lnTo>
                    <a:pt x="149245" y="248919"/>
                  </a:lnTo>
                  <a:lnTo>
                    <a:pt x="148624" y="246379"/>
                  </a:lnTo>
                  <a:lnTo>
                    <a:pt x="182069" y="246379"/>
                  </a:lnTo>
                  <a:lnTo>
                    <a:pt x="178976" y="245109"/>
                  </a:lnTo>
                  <a:lnTo>
                    <a:pt x="166587" y="242569"/>
                  </a:lnTo>
                  <a:lnTo>
                    <a:pt x="165348" y="241299"/>
                  </a:lnTo>
                  <a:close/>
                </a:path>
                <a:path w="892175" h="580389">
                  <a:moveTo>
                    <a:pt x="891512" y="355599"/>
                  </a:moveTo>
                  <a:lnTo>
                    <a:pt x="869472" y="355599"/>
                  </a:lnTo>
                  <a:lnTo>
                    <a:pt x="865762" y="363219"/>
                  </a:lnTo>
                  <a:lnTo>
                    <a:pt x="861448" y="369569"/>
                  </a:lnTo>
                  <a:lnTo>
                    <a:pt x="855840" y="375919"/>
                  </a:lnTo>
                  <a:lnTo>
                    <a:pt x="850318" y="382269"/>
                  </a:lnTo>
                  <a:lnTo>
                    <a:pt x="844106" y="387349"/>
                  </a:lnTo>
                  <a:lnTo>
                    <a:pt x="831682" y="398779"/>
                  </a:lnTo>
                  <a:lnTo>
                    <a:pt x="825470" y="403859"/>
                  </a:lnTo>
                  <a:lnTo>
                    <a:pt x="817446" y="410209"/>
                  </a:lnTo>
                  <a:lnTo>
                    <a:pt x="808819" y="415289"/>
                  </a:lnTo>
                  <a:lnTo>
                    <a:pt x="800105" y="421639"/>
                  </a:lnTo>
                  <a:lnTo>
                    <a:pt x="774101" y="436879"/>
                  </a:lnTo>
                  <a:lnTo>
                    <a:pt x="746233" y="449579"/>
                  </a:lnTo>
                  <a:lnTo>
                    <a:pt x="736949" y="452119"/>
                  </a:lnTo>
                  <a:lnTo>
                    <a:pt x="727657" y="455929"/>
                  </a:lnTo>
                  <a:lnTo>
                    <a:pt x="688022" y="467359"/>
                  </a:lnTo>
                  <a:lnTo>
                    <a:pt x="678117" y="468629"/>
                  </a:lnTo>
                  <a:lnTo>
                    <a:pt x="676253" y="471169"/>
                  </a:lnTo>
                  <a:lnTo>
                    <a:pt x="628568" y="480059"/>
                  </a:lnTo>
                  <a:lnTo>
                    <a:pt x="622382" y="481329"/>
                  </a:lnTo>
                  <a:lnTo>
                    <a:pt x="601943" y="485139"/>
                  </a:lnTo>
                  <a:lnTo>
                    <a:pt x="595748" y="486409"/>
                  </a:lnTo>
                  <a:lnTo>
                    <a:pt x="568501" y="491489"/>
                  </a:lnTo>
                  <a:lnTo>
                    <a:pt x="559831" y="491489"/>
                  </a:lnTo>
                  <a:lnTo>
                    <a:pt x="498522" y="500379"/>
                  </a:lnTo>
                  <a:lnTo>
                    <a:pt x="489851" y="500379"/>
                  </a:lnTo>
                  <a:lnTo>
                    <a:pt x="481180" y="501649"/>
                  </a:lnTo>
                  <a:lnTo>
                    <a:pt x="455176" y="504189"/>
                  </a:lnTo>
                  <a:lnTo>
                    <a:pt x="792702" y="504189"/>
                  </a:lnTo>
                  <a:lnTo>
                    <a:pt x="809423" y="492759"/>
                  </a:lnTo>
                  <a:lnTo>
                    <a:pt x="839706" y="467359"/>
                  </a:lnTo>
                  <a:lnTo>
                    <a:pt x="863864" y="436879"/>
                  </a:lnTo>
                  <a:lnTo>
                    <a:pt x="881205" y="401319"/>
                  </a:lnTo>
                  <a:lnTo>
                    <a:pt x="884915" y="389889"/>
                  </a:lnTo>
                  <a:lnTo>
                    <a:pt x="889919" y="375919"/>
                  </a:lnTo>
                  <a:lnTo>
                    <a:pt x="891731" y="360679"/>
                  </a:lnTo>
                  <a:lnTo>
                    <a:pt x="891512" y="355599"/>
                  </a:lnTo>
                  <a:close/>
                </a:path>
                <a:path w="892175" h="580389">
                  <a:moveTo>
                    <a:pt x="884131" y="316229"/>
                  </a:moveTo>
                  <a:lnTo>
                    <a:pt x="871974" y="316229"/>
                  </a:lnTo>
                  <a:lnTo>
                    <a:pt x="873786" y="318769"/>
                  </a:lnTo>
                  <a:lnTo>
                    <a:pt x="867574" y="334009"/>
                  </a:lnTo>
                  <a:lnTo>
                    <a:pt x="863864" y="340359"/>
                  </a:lnTo>
                  <a:lnTo>
                    <a:pt x="859550" y="347979"/>
                  </a:lnTo>
                  <a:lnTo>
                    <a:pt x="854632" y="353059"/>
                  </a:lnTo>
                  <a:lnTo>
                    <a:pt x="849024" y="360679"/>
                  </a:lnTo>
                  <a:lnTo>
                    <a:pt x="843502" y="365759"/>
                  </a:lnTo>
                  <a:lnTo>
                    <a:pt x="837290" y="372109"/>
                  </a:lnTo>
                  <a:lnTo>
                    <a:pt x="830474" y="378459"/>
                  </a:lnTo>
                  <a:lnTo>
                    <a:pt x="824262" y="383539"/>
                  </a:lnTo>
                  <a:lnTo>
                    <a:pt x="803815" y="398779"/>
                  </a:lnTo>
                  <a:lnTo>
                    <a:pt x="790209" y="407669"/>
                  </a:lnTo>
                  <a:lnTo>
                    <a:pt x="782771" y="412749"/>
                  </a:lnTo>
                  <a:lnTo>
                    <a:pt x="772246" y="417829"/>
                  </a:lnTo>
                  <a:lnTo>
                    <a:pt x="761099" y="424179"/>
                  </a:lnTo>
                  <a:lnTo>
                    <a:pt x="749330" y="429259"/>
                  </a:lnTo>
                  <a:lnTo>
                    <a:pt x="738183" y="433069"/>
                  </a:lnTo>
                  <a:lnTo>
                    <a:pt x="725802" y="436879"/>
                  </a:lnTo>
                  <a:lnTo>
                    <a:pt x="702266" y="444499"/>
                  </a:lnTo>
                  <a:lnTo>
                    <a:pt x="689885" y="448309"/>
                  </a:lnTo>
                  <a:lnTo>
                    <a:pt x="684924" y="449579"/>
                  </a:lnTo>
                  <a:lnTo>
                    <a:pt x="680593" y="450849"/>
                  </a:lnTo>
                  <a:lnTo>
                    <a:pt x="670680" y="454659"/>
                  </a:lnTo>
                  <a:lnTo>
                    <a:pt x="665106" y="455929"/>
                  </a:lnTo>
                  <a:lnTo>
                    <a:pt x="655202" y="458469"/>
                  </a:lnTo>
                  <a:lnTo>
                    <a:pt x="649628" y="459739"/>
                  </a:lnTo>
                  <a:lnTo>
                    <a:pt x="647773" y="462279"/>
                  </a:lnTo>
                  <a:lnTo>
                    <a:pt x="645288" y="463549"/>
                  </a:lnTo>
                  <a:lnTo>
                    <a:pt x="640336" y="464819"/>
                  </a:lnTo>
                  <a:lnTo>
                    <a:pt x="631665" y="464819"/>
                  </a:lnTo>
                  <a:lnTo>
                    <a:pt x="628568" y="466089"/>
                  </a:lnTo>
                  <a:lnTo>
                    <a:pt x="628568" y="467359"/>
                  </a:lnTo>
                  <a:lnTo>
                    <a:pt x="635384" y="467359"/>
                  </a:lnTo>
                  <a:lnTo>
                    <a:pt x="641578" y="466089"/>
                  </a:lnTo>
                  <a:lnTo>
                    <a:pt x="648386" y="466089"/>
                  </a:lnTo>
                  <a:lnTo>
                    <a:pt x="654580" y="464819"/>
                  </a:lnTo>
                  <a:lnTo>
                    <a:pt x="661396" y="463549"/>
                  </a:lnTo>
                  <a:lnTo>
                    <a:pt x="673777" y="461009"/>
                  </a:lnTo>
                  <a:lnTo>
                    <a:pt x="680593" y="459739"/>
                  </a:lnTo>
                  <a:lnTo>
                    <a:pt x="692974" y="457199"/>
                  </a:lnTo>
                  <a:lnTo>
                    <a:pt x="705363" y="453389"/>
                  </a:lnTo>
                  <a:lnTo>
                    <a:pt x="712179" y="452119"/>
                  </a:lnTo>
                  <a:lnTo>
                    <a:pt x="724560" y="448309"/>
                  </a:lnTo>
                  <a:lnTo>
                    <a:pt x="730755" y="447039"/>
                  </a:lnTo>
                  <a:lnTo>
                    <a:pt x="738183" y="444499"/>
                  </a:lnTo>
                  <a:lnTo>
                    <a:pt x="753049" y="436879"/>
                  </a:lnTo>
                  <a:lnTo>
                    <a:pt x="761099" y="434339"/>
                  </a:lnTo>
                  <a:lnTo>
                    <a:pt x="775964" y="426719"/>
                  </a:lnTo>
                  <a:lnTo>
                    <a:pt x="782771" y="422909"/>
                  </a:lnTo>
                  <a:lnTo>
                    <a:pt x="797603" y="415289"/>
                  </a:lnTo>
                  <a:lnTo>
                    <a:pt x="804418" y="411479"/>
                  </a:lnTo>
                  <a:lnTo>
                    <a:pt x="811838" y="406399"/>
                  </a:lnTo>
                  <a:lnTo>
                    <a:pt x="818654" y="401319"/>
                  </a:lnTo>
                  <a:lnTo>
                    <a:pt x="825470" y="397509"/>
                  </a:lnTo>
                  <a:lnTo>
                    <a:pt x="832286" y="391159"/>
                  </a:lnTo>
                  <a:lnTo>
                    <a:pt x="839102" y="386079"/>
                  </a:lnTo>
                  <a:lnTo>
                    <a:pt x="845314" y="380999"/>
                  </a:lnTo>
                  <a:lnTo>
                    <a:pt x="847212" y="377189"/>
                  </a:lnTo>
                  <a:lnTo>
                    <a:pt x="850318" y="374649"/>
                  </a:lnTo>
                  <a:lnTo>
                    <a:pt x="853338" y="370839"/>
                  </a:lnTo>
                  <a:lnTo>
                    <a:pt x="856444" y="368299"/>
                  </a:lnTo>
                  <a:lnTo>
                    <a:pt x="863864" y="361949"/>
                  </a:lnTo>
                  <a:lnTo>
                    <a:pt x="866970" y="359409"/>
                  </a:lnTo>
                  <a:lnTo>
                    <a:pt x="869472" y="355599"/>
                  </a:lnTo>
                  <a:lnTo>
                    <a:pt x="891512" y="355599"/>
                  </a:lnTo>
                  <a:lnTo>
                    <a:pt x="891127" y="346709"/>
                  </a:lnTo>
                  <a:lnTo>
                    <a:pt x="888712" y="332739"/>
                  </a:lnTo>
                  <a:lnTo>
                    <a:pt x="884915" y="318769"/>
                  </a:lnTo>
                  <a:lnTo>
                    <a:pt x="884131" y="316229"/>
                  </a:lnTo>
                  <a:close/>
                </a:path>
                <a:path w="892175" h="580389">
                  <a:moveTo>
                    <a:pt x="118280" y="354329"/>
                  </a:moveTo>
                  <a:lnTo>
                    <a:pt x="105278" y="354329"/>
                  </a:lnTo>
                  <a:lnTo>
                    <a:pt x="114570" y="367029"/>
                  </a:lnTo>
                  <a:lnTo>
                    <a:pt x="147390" y="396239"/>
                  </a:lnTo>
                  <a:lnTo>
                    <a:pt x="185162" y="417829"/>
                  </a:lnTo>
                  <a:lnTo>
                    <a:pt x="197552" y="424179"/>
                  </a:lnTo>
                  <a:lnTo>
                    <a:pt x="204980" y="426719"/>
                  </a:lnTo>
                  <a:lnTo>
                    <a:pt x="208077" y="429259"/>
                  </a:lnTo>
                  <a:lnTo>
                    <a:pt x="211796" y="430529"/>
                  </a:lnTo>
                  <a:lnTo>
                    <a:pt x="217991" y="433069"/>
                  </a:lnTo>
                  <a:lnTo>
                    <a:pt x="221701" y="434339"/>
                  </a:lnTo>
                  <a:lnTo>
                    <a:pt x="225419" y="434339"/>
                  </a:lnTo>
                  <a:lnTo>
                    <a:pt x="225419" y="433069"/>
                  </a:lnTo>
                  <a:lnTo>
                    <a:pt x="224798" y="431799"/>
                  </a:lnTo>
                  <a:lnTo>
                    <a:pt x="214893" y="427989"/>
                  </a:lnTo>
                  <a:lnTo>
                    <a:pt x="205601" y="424179"/>
                  </a:lnTo>
                  <a:lnTo>
                    <a:pt x="196309" y="419099"/>
                  </a:lnTo>
                  <a:lnTo>
                    <a:pt x="178976" y="407669"/>
                  </a:lnTo>
                  <a:lnTo>
                    <a:pt x="152963" y="388619"/>
                  </a:lnTo>
                  <a:lnTo>
                    <a:pt x="147390" y="384809"/>
                  </a:lnTo>
                  <a:lnTo>
                    <a:pt x="141816" y="379729"/>
                  </a:lnTo>
                  <a:lnTo>
                    <a:pt x="136243" y="375919"/>
                  </a:lnTo>
                  <a:lnTo>
                    <a:pt x="126330" y="365759"/>
                  </a:lnTo>
                  <a:lnTo>
                    <a:pt x="121998" y="359409"/>
                  </a:lnTo>
                  <a:lnTo>
                    <a:pt x="118280" y="354329"/>
                  </a:lnTo>
                  <a:close/>
                </a:path>
                <a:path w="892175" h="580389">
                  <a:moveTo>
                    <a:pt x="872845" y="283209"/>
                  </a:moveTo>
                  <a:lnTo>
                    <a:pt x="858946" y="283209"/>
                  </a:lnTo>
                  <a:lnTo>
                    <a:pt x="863260" y="289559"/>
                  </a:lnTo>
                  <a:lnTo>
                    <a:pt x="863260" y="295909"/>
                  </a:lnTo>
                  <a:lnTo>
                    <a:pt x="862052" y="303529"/>
                  </a:lnTo>
                  <a:lnTo>
                    <a:pt x="860154" y="309879"/>
                  </a:lnTo>
                  <a:lnTo>
                    <a:pt x="857738" y="314959"/>
                  </a:lnTo>
                  <a:lnTo>
                    <a:pt x="855236" y="321309"/>
                  </a:lnTo>
                  <a:lnTo>
                    <a:pt x="852130" y="326389"/>
                  </a:lnTo>
                  <a:lnTo>
                    <a:pt x="847212" y="330199"/>
                  </a:lnTo>
                  <a:lnTo>
                    <a:pt x="842208" y="339089"/>
                  </a:lnTo>
                  <a:lnTo>
                    <a:pt x="835996" y="346709"/>
                  </a:lnTo>
                  <a:lnTo>
                    <a:pt x="822450" y="360679"/>
                  </a:lnTo>
                  <a:lnTo>
                    <a:pt x="806317" y="373379"/>
                  </a:lnTo>
                  <a:lnTo>
                    <a:pt x="798897" y="379729"/>
                  </a:lnTo>
                  <a:lnTo>
                    <a:pt x="790821" y="384809"/>
                  </a:lnTo>
                  <a:lnTo>
                    <a:pt x="771003" y="397509"/>
                  </a:lnTo>
                  <a:lnTo>
                    <a:pt x="760477" y="402589"/>
                  </a:lnTo>
                  <a:lnTo>
                    <a:pt x="750573" y="408939"/>
                  </a:lnTo>
                  <a:lnTo>
                    <a:pt x="718987" y="422909"/>
                  </a:lnTo>
                  <a:lnTo>
                    <a:pt x="708461" y="427989"/>
                  </a:lnTo>
                  <a:lnTo>
                    <a:pt x="712179" y="426719"/>
                  </a:lnTo>
                  <a:lnTo>
                    <a:pt x="725181" y="422909"/>
                  </a:lnTo>
                  <a:lnTo>
                    <a:pt x="728900" y="421639"/>
                  </a:lnTo>
                  <a:lnTo>
                    <a:pt x="733231" y="420369"/>
                  </a:lnTo>
                  <a:lnTo>
                    <a:pt x="737562" y="420369"/>
                  </a:lnTo>
                  <a:lnTo>
                    <a:pt x="741902" y="419099"/>
                  </a:lnTo>
                  <a:lnTo>
                    <a:pt x="766672" y="408939"/>
                  </a:lnTo>
                  <a:lnTo>
                    <a:pt x="802003" y="387349"/>
                  </a:lnTo>
                  <a:lnTo>
                    <a:pt x="813736" y="380999"/>
                  </a:lnTo>
                  <a:lnTo>
                    <a:pt x="824866" y="372109"/>
                  </a:lnTo>
                  <a:lnTo>
                    <a:pt x="836686" y="364489"/>
                  </a:lnTo>
                  <a:lnTo>
                    <a:pt x="838498" y="360679"/>
                  </a:lnTo>
                  <a:lnTo>
                    <a:pt x="844710" y="355599"/>
                  </a:lnTo>
                  <a:lnTo>
                    <a:pt x="847816" y="351789"/>
                  </a:lnTo>
                  <a:lnTo>
                    <a:pt x="851526" y="349249"/>
                  </a:lnTo>
                  <a:lnTo>
                    <a:pt x="854028" y="346709"/>
                  </a:lnTo>
                  <a:lnTo>
                    <a:pt x="855840" y="342899"/>
                  </a:lnTo>
                  <a:lnTo>
                    <a:pt x="857048" y="339089"/>
                  </a:lnTo>
                  <a:lnTo>
                    <a:pt x="862656" y="335279"/>
                  </a:lnTo>
                  <a:lnTo>
                    <a:pt x="866366" y="328929"/>
                  </a:lnTo>
                  <a:lnTo>
                    <a:pt x="868868" y="322579"/>
                  </a:lnTo>
                  <a:lnTo>
                    <a:pt x="871974" y="316229"/>
                  </a:lnTo>
                  <a:lnTo>
                    <a:pt x="884131" y="316229"/>
                  </a:lnTo>
                  <a:lnTo>
                    <a:pt x="880601" y="304799"/>
                  </a:lnTo>
                  <a:lnTo>
                    <a:pt x="876288" y="292099"/>
                  </a:lnTo>
                  <a:lnTo>
                    <a:pt x="872845" y="283209"/>
                  </a:lnTo>
                  <a:close/>
                </a:path>
                <a:path w="892175" h="580389">
                  <a:moveTo>
                    <a:pt x="123960" y="332739"/>
                  </a:moveTo>
                  <a:lnTo>
                    <a:pt x="111473" y="332739"/>
                  </a:lnTo>
                  <a:lnTo>
                    <a:pt x="114570" y="336549"/>
                  </a:lnTo>
                  <a:lnTo>
                    <a:pt x="118280" y="340359"/>
                  </a:lnTo>
                  <a:lnTo>
                    <a:pt x="122620" y="344169"/>
                  </a:lnTo>
                  <a:lnTo>
                    <a:pt x="126330" y="346709"/>
                  </a:lnTo>
                  <a:lnTo>
                    <a:pt x="135000" y="351789"/>
                  </a:lnTo>
                  <a:lnTo>
                    <a:pt x="139340" y="355599"/>
                  </a:lnTo>
                  <a:lnTo>
                    <a:pt x="143050" y="359409"/>
                  </a:lnTo>
                  <a:lnTo>
                    <a:pt x="148011" y="361949"/>
                  </a:lnTo>
                  <a:lnTo>
                    <a:pt x="152342" y="364489"/>
                  </a:lnTo>
                  <a:lnTo>
                    <a:pt x="157294" y="367029"/>
                  </a:lnTo>
                  <a:lnTo>
                    <a:pt x="161634" y="370839"/>
                  </a:lnTo>
                  <a:lnTo>
                    <a:pt x="166587" y="373379"/>
                  </a:lnTo>
                  <a:lnTo>
                    <a:pt x="170918" y="375919"/>
                  </a:lnTo>
                  <a:lnTo>
                    <a:pt x="175879" y="378459"/>
                  </a:lnTo>
                  <a:lnTo>
                    <a:pt x="180210" y="379729"/>
                  </a:lnTo>
                  <a:lnTo>
                    <a:pt x="165344" y="365759"/>
                  </a:lnTo>
                  <a:lnTo>
                    <a:pt x="157294" y="359409"/>
                  </a:lnTo>
                  <a:lnTo>
                    <a:pt x="149245" y="354329"/>
                  </a:lnTo>
                  <a:lnTo>
                    <a:pt x="140574" y="347979"/>
                  </a:lnTo>
                  <a:lnTo>
                    <a:pt x="133145" y="341629"/>
                  </a:lnTo>
                  <a:lnTo>
                    <a:pt x="125096" y="334009"/>
                  </a:lnTo>
                  <a:lnTo>
                    <a:pt x="123960" y="332739"/>
                  </a:lnTo>
                  <a:close/>
                </a:path>
                <a:path w="892175" h="580389">
                  <a:moveTo>
                    <a:pt x="858644" y="260349"/>
                  </a:moveTo>
                  <a:lnTo>
                    <a:pt x="839102" y="260349"/>
                  </a:lnTo>
                  <a:lnTo>
                    <a:pt x="845314" y="266699"/>
                  </a:lnTo>
                  <a:lnTo>
                    <a:pt x="847212" y="276859"/>
                  </a:lnTo>
                  <a:lnTo>
                    <a:pt x="835996" y="313689"/>
                  </a:lnTo>
                  <a:lnTo>
                    <a:pt x="811234" y="345439"/>
                  </a:lnTo>
                  <a:lnTo>
                    <a:pt x="800709" y="354329"/>
                  </a:lnTo>
                  <a:lnTo>
                    <a:pt x="795161" y="359409"/>
                  </a:lnTo>
                  <a:lnTo>
                    <a:pt x="782771" y="367029"/>
                  </a:lnTo>
                  <a:lnTo>
                    <a:pt x="777198" y="372109"/>
                  </a:lnTo>
                  <a:lnTo>
                    <a:pt x="771003" y="375919"/>
                  </a:lnTo>
                  <a:lnTo>
                    <a:pt x="771003" y="377189"/>
                  </a:lnTo>
                  <a:lnTo>
                    <a:pt x="780916" y="373379"/>
                  </a:lnTo>
                  <a:lnTo>
                    <a:pt x="790209" y="367029"/>
                  </a:lnTo>
                  <a:lnTo>
                    <a:pt x="800105" y="361949"/>
                  </a:lnTo>
                  <a:lnTo>
                    <a:pt x="835392" y="335279"/>
                  </a:lnTo>
                  <a:lnTo>
                    <a:pt x="845314" y="318769"/>
                  </a:lnTo>
                  <a:lnTo>
                    <a:pt x="852734" y="303529"/>
                  </a:lnTo>
                  <a:lnTo>
                    <a:pt x="855840" y="295909"/>
                  </a:lnTo>
                  <a:lnTo>
                    <a:pt x="856444" y="292099"/>
                  </a:lnTo>
                  <a:lnTo>
                    <a:pt x="856444" y="285749"/>
                  </a:lnTo>
                  <a:lnTo>
                    <a:pt x="858946" y="283209"/>
                  </a:lnTo>
                  <a:lnTo>
                    <a:pt x="872845" y="283209"/>
                  </a:lnTo>
                  <a:lnTo>
                    <a:pt x="871370" y="279399"/>
                  </a:lnTo>
                  <a:lnTo>
                    <a:pt x="866366" y="270509"/>
                  </a:lnTo>
                  <a:lnTo>
                    <a:pt x="861448" y="264159"/>
                  </a:lnTo>
                  <a:lnTo>
                    <a:pt x="858644" y="260349"/>
                  </a:lnTo>
                  <a:close/>
                </a:path>
                <a:path w="892175" h="580389">
                  <a:moveTo>
                    <a:pt x="370020" y="326389"/>
                  </a:moveTo>
                  <a:lnTo>
                    <a:pt x="349892" y="326389"/>
                  </a:lnTo>
                  <a:lnTo>
                    <a:pt x="351755" y="327659"/>
                  </a:lnTo>
                  <a:lnTo>
                    <a:pt x="352368" y="330199"/>
                  </a:lnTo>
                  <a:lnTo>
                    <a:pt x="352368" y="332739"/>
                  </a:lnTo>
                  <a:lnTo>
                    <a:pt x="349892" y="332739"/>
                  </a:lnTo>
                  <a:lnTo>
                    <a:pt x="347415" y="334009"/>
                  </a:lnTo>
                  <a:lnTo>
                    <a:pt x="344318" y="335279"/>
                  </a:lnTo>
                  <a:lnTo>
                    <a:pt x="341221" y="335279"/>
                  </a:lnTo>
                  <a:lnTo>
                    <a:pt x="336268" y="337819"/>
                  </a:lnTo>
                  <a:lnTo>
                    <a:pt x="333171" y="339089"/>
                  </a:lnTo>
                  <a:lnTo>
                    <a:pt x="320790" y="339089"/>
                  </a:lnTo>
                  <a:lnTo>
                    <a:pt x="317693" y="340359"/>
                  </a:lnTo>
                  <a:lnTo>
                    <a:pt x="326364" y="341629"/>
                  </a:lnTo>
                  <a:lnTo>
                    <a:pt x="344939" y="342899"/>
                  </a:lnTo>
                  <a:lnTo>
                    <a:pt x="362902" y="342899"/>
                  </a:lnTo>
                  <a:lnTo>
                    <a:pt x="372186" y="345439"/>
                  </a:lnTo>
                  <a:lnTo>
                    <a:pt x="380235" y="347979"/>
                  </a:lnTo>
                  <a:lnTo>
                    <a:pt x="388294" y="351789"/>
                  </a:lnTo>
                  <a:lnTo>
                    <a:pt x="405627" y="358139"/>
                  </a:lnTo>
                  <a:lnTo>
                    <a:pt x="422969" y="363219"/>
                  </a:lnTo>
                  <a:lnTo>
                    <a:pt x="432261" y="365759"/>
                  </a:lnTo>
                  <a:lnTo>
                    <a:pt x="441544" y="367029"/>
                  </a:lnTo>
                  <a:lnTo>
                    <a:pt x="539391" y="367029"/>
                  </a:lnTo>
                  <a:lnTo>
                    <a:pt x="550538" y="365759"/>
                  </a:lnTo>
                  <a:lnTo>
                    <a:pt x="557976" y="364489"/>
                  </a:lnTo>
                  <a:lnTo>
                    <a:pt x="565404" y="361949"/>
                  </a:lnTo>
                  <a:lnTo>
                    <a:pt x="573454" y="360679"/>
                  </a:lnTo>
                  <a:lnTo>
                    <a:pt x="588319" y="358139"/>
                  </a:lnTo>
                  <a:lnTo>
                    <a:pt x="596369" y="356869"/>
                  </a:lnTo>
                  <a:lnTo>
                    <a:pt x="626092" y="351789"/>
                  </a:lnTo>
                  <a:lnTo>
                    <a:pt x="633529" y="349249"/>
                  </a:lnTo>
                  <a:lnTo>
                    <a:pt x="648386" y="345439"/>
                  </a:lnTo>
                  <a:lnTo>
                    <a:pt x="651794" y="344169"/>
                  </a:lnTo>
                  <a:lnTo>
                    <a:pt x="398820" y="344169"/>
                  </a:lnTo>
                  <a:lnTo>
                    <a:pt x="392625" y="342899"/>
                  </a:lnTo>
                  <a:lnTo>
                    <a:pt x="387051" y="340359"/>
                  </a:lnTo>
                  <a:lnTo>
                    <a:pt x="372186" y="328929"/>
                  </a:lnTo>
                  <a:lnTo>
                    <a:pt x="370020" y="326389"/>
                  </a:lnTo>
                  <a:close/>
                </a:path>
                <a:path w="892175" h="580389">
                  <a:moveTo>
                    <a:pt x="543731" y="316229"/>
                  </a:moveTo>
                  <a:lnTo>
                    <a:pt x="523292" y="316229"/>
                  </a:lnTo>
                  <a:lnTo>
                    <a:pt x="499143" y="320039"/>
                  </a:lnTo>
                  <a:lnTo>
                    <a:pt x="491093" y="320039"/>
                  </a:lnTo>
                  <a:lnTo>
                    <a:pt x="442787" y="327659"/>
                  </a:lnTo>
                  <a:lnTo>
                    <a:pt x="405627" y="340359"/>
                  </a:lnTo>
                  <a:lnTo>
                    <a:pt x="398820" y="344169"/>
                  </a:lnTo>
                  <a:lnTo>
                    <a:pt x="651794" y="344169"/>
                  </a:lnTo>
                  <a:lnTo>
                    <a:pt x="655202" y="342899"/>
                  </a:lnTo>
                  <a:lnTo>
                    <a:pt x="662630" y="339089"/>
                  </a:lnTo>
                  <a:lnTo>
                    <a:pt x="669446" y="336549"/>
                  </a:lnTo>
                  <a:lnTo>
                    <a:pt x="675020" y="330199"/>
                  </a:lnTo>
                  <a:lnTo>
                    <a:pt x="677084" y="327659"/>
                  </a:lnTo>
                  <a:lnTo>
                    <a:pt x="609371" y="327659"/>
                  </a:lnTo>
                  <a:lnTo>
                    <a:pt x="605661" y="325119"/>
                  </a:lnTo>
                  <a:lnTo>
                    <a:pt x="603185" y="323849"/>
                  </a:lnTo>
                  <a:lnTo>
                    <a:pt x="593272" y="322579"/>
                  </a:lnTo>
                  <a:lnTo>
                    <a:pt x="583980" y="320039"/>
                  </a:lnTo>
                  <a:lnTo>
                    <a:pt x="563549" y="317499"/>
                  </a:lnTo>
                  <a:lnTo>
                    <a:pt x="543731" y="316229"/>
                  </a:lnTo>
                  <a:close/>
                </a:path>
                <a:path w="892175" h="580389">
                  <a:moveTo>
                    <a:pt x="135000" y="316229"/>
                  </a:moveTo>
                  <a:lnTo>
                    <a:pt x="120143" y="316229"/>
                  </a:lnTo>
                  <a:lnTo>
                    <a:pt x="125096" y="321309"/>
                  </a:lnTo>
                  <a:lnTo>
                    <a:pt x="137477" y="328929"/>
                  </a:lnTo>
                  <a:lnTo>
                    <a:pt x="143671" y="331469"/>
                  </a:lnTo>
                  <a:lnTo>
                    <a:pt x="150487" y="334009"/>
                  </a:lnTo>
                  <a:lnTo>
                    <a:pt x="162868" y="339089"/>
                  </a:lnTo>
                  <a:lnTo>
                    <a:pt x="169063" y="342899"/>
                  </a:lnTo>
                  <a:lnTo>
                    <a:pt x="169063" y="340359"/>
                  </a:lnTo>
                  <a:lnTo>
                    <a:pt x="164732" y="336549"/>
                  </a:lnTo>
                  <a:lnTo>
                    <a:pt x="156061" y="331469"/>
                  </a:lnTo>
                  <a:lnTo>
                    <a:pt x="152342" y="328929"/>
                  </a:lnTo>
                  <a:lnTo>
                    <a:pt x="135000" y="316229"/>
                  </a:lnTo>
                  <a:close/>
                </a:path>
                <a:path w="892175" h="580389">
                  <a:moveTo>
                    <a:pt x="355397" y="308609"/>
                  </a:moveTo>
                  <a:lnTo>
                    <a:pt x="338132" y="308609"/>
                  </a:lnTo>
                  <a:lnTo>
                    <a:pt x="332558" y="313689"/>
                  </a:lnTo>
                  <a:lnTo>
                    <a:pt x="325743" y="316229"/>
                  </a:lnTo>
                  <a:lnTo>
                    <a:pt x="312119" y="320039"/>
                  </a:lnTo>
                  <a:lnTo>
                    <a:pt x="304070" y="321309"/>
                  </a:lnTo>
                  <a:lnTo>
                    <a:pt x="289204" y="322579"/>
                  </a:lnTo>
                  <a:lnTo>
                    <a:pt x="281776" y="323849"/>
                  </a:lnTo>
                  <a:lnTo>
                    <a:pt x="284252" y="325119"/>
                  </a:lnTo>
                  <a:lnTo>
                    <a:pt x="291680" y="327659"/>
                  </a:lnTo>
                  <a:lnTo>
                    <a:pt x="300351" y="327659"/>
                  </a:lnTo>
                  <a:lnTo>
                    <a:pt x="302827" y="326389"/>
                  </a:lnTo>
                  <a:lnTo>
                    <a:pt x="370020" y="326389"/>
                  </a:lnTo>
                  <a:lnTo>
                    <a:pt x="367855" y="323849"/>
                  </a:lnTo>
                  <a:lnTo>
                    <a:pt x="359184" y="314959"/>
                  </a:lnTo>
                  <a:lnTo>
                    <a:pt x="355397" y="308609"/>
                  </a:lnTo>
                  <a:close/>
                </a:path>
                <a:path w="892175" h="580389">
                  <a:moveTo>
                    <a:pt x="342463" y="326389"/>
                  </a:moveTo>
                  <a:lnTo>
                    <a:pt x="320169" y="326389"/>
                  </a:lnTo>
                  <a:lnTo>
                    <a:pt x="325743" y="327659"/>
                  </a:lnTo>
                  <a:lnTo>
                    <a:pt x="336890" y="327659"/>
                  </a:lnTo>
                  <a:lnTo>
                    <a:pt x="342463" y="326389"/>
                  </a:lnTo>
                  <a:close/>
                </a:path>
                <a:path w="892175" h="580389">
                  <a:moveTo>
                    <a:pt x="569744" y="302259"/>
                  </a:moveTo>
                  <a:lnTo>
                    <a:pt x="531963" y="302259"/>
                  </a:lnTo>
                  <a:lnTo>
                    <a:pt x="529487" y="304799"/>
                  </a:lnTo>
                  <a:lnTo>
                    <a:pt x="534439" y="306069"/>
                  </a:lnTo>
                  <a:lnTo>
                    <a:pt x="544352" y="307339"/>
                  </a:lnTo>
                  <a:lnTo>
                    <a:pt x="549926" y="307339"/>
                  </a:lnTo>
                  <a:lnTo>
                    <a:pt x="554878" y="308609"/>
                  </a:lnTo>
                  <a:lnTo>
                    <a:pt x="560452" y="308609"/>
                  </a:lnTo>
                  <a:lnTo>
                    <a:pt x="570356" y="309879"/>
                  </a:lnTo>
                  <a:lnTo>
                    <a:pt x="581503" y="312419"/>
                  </a:lnTo>
                  <a:lnTo>
                    <a:pt x="587077" y="314959"/>
                  </a:lnTo>
                  <a:lnTo>
                    <a:pt x="592650" y="314959"/>
                  </a:lnTo>
                  <a:lnTo>
                    <a:pt x="597611" y="317499"/>
                  </a:lnTo>
                  <a:lnTo>
                    <a:pt x="603185" y="320039"/>
                  </a:lnTo>
                  <a:lnTo>
                    <a:pt x="611847" y="327659"/>
                  </a:lnTo>
                  <a:lnTo>
                    <a:pt x="677084" y="327659"/>
                  </a:lnTo>
                  <a:lnTo>
                    <a:pt x="681214" y="322579"/>
                  </a:lnTo>
                  <a:lnTo>
                    <a:pt x="691119" y="312419"/>
                  </a:lnTo>
                  <a:lnTo>
                    <a:pt x="616808" y="312419"/>
                  </a:lnTo>
                  <a:lnTo>
                    <a:pt x="609371" y="309879"/>
                  </a:lnTo>
                  <a:lnTo>
                    <a:pt x="605661" y="309879"/>
                  </a:lnTo>
                  <a:lnTo>
                    <a:pt x="596990" y="306069"/>
                  </a:lnTo>
                  <a:lnTo>
                    <a:pt x="587698" y="303529"/>
                  </a:lnTo>
                  <a:lnTo>
                    <a:pt x="579027" y="303529"/>
                  </a:lnTo>
                  <a:lnTo>
                    <a:pt x="569744" y="302259"/>
                  </a:lnTo>
                  <a:close/>
                </a:path>
                <a:path w="892175" h="580389">
                  <a:moveTo>
                    <a:pt x="838958" y="240029"/>
                  </a:moveTo>
                  <a:lnTo>
                    <a:pt x="816238" y="240029"/>
                  </a:lnTo>
                  <a:lnTo>
                    <a:pt x="821156" y="243839"/>
                  </a:lnTo>
                  <a:lnTo>
                    <a:pt x="823658" y="248919"/>
                  </a:lnTo>
                  <a:lnTo>
                    <a:pt x="825470" y="253999"/>
                  </a:lnTo>
                  <a:lnTo>
                    <a:pt x="827368" y="259079"/>
                  </a:lnTo>
                  <a:lnTo>
                    <a:pt x="828466" y="271779"/>
                  </a:lnTo>
                  <a:lnTo>
                    <a:pt x="828521" y="274319"/>
                  </a:lnTo>
                  <a:lnTo>
                    <a:pt x="827972" y="287019"/>
                  </a:lnTo>
                  <a:lnTo>
                    <a:pt x="824262" y="299719"/>
                  </a:lnTo>
                  <a:lnTo>
                    <a:pt x="816842" y="311149"/>
                  </a:lnTo>
                  <a:lnTo>
                    <a:pt x="816238" y="314959"/>
                  </a:lnTo>
                  <a:lnTo>
                    <a:pt x="813132" y="317499"/>
                  </a:lnTo>
                  <a:lnTo>
                    <a:pt x="810630" y="320039"/>
                  </a:lnTo>
                  <a:lnTo>
                    <a:pt x="810026" y="325119"/>
                  </a:lnTo>
                  <a:lnTo>
                    <a:pt x="813736" y="322579"/>
                  </a:lnTo>
                  <a:lnTo>
                    <a:pt x="816842" y="320039"/>
                  </a:lnTo>
                  <a:lnTo>
                    <a:pt x="819344" y="316229"/>
                  </a:lnTo>
                  <a:lnTo>
                    <a:pt x="822450" y="313689"/>
                  </a:lnTo>
                  <a:lnTo>
                    <a:pt x="826160" y="307339"/>
                  </a:lnTo>
                  <a:lnTo>
                    <a:pt x="829180" y="300989"/>
                  </a:lnTo>
                  <a:lnTo>
                    <a:pt x="832976" y="294639"/>
                  </a:lnTo>
                  <a:lnTo>
                    <a:pt x="835996" y="287019"/>
                  </a:lnTo>
                  <a:lnTo>
                    <a:pt x="838498" y="281939"/>
                  </a:lnTo>
                  <a:lnTo>
                    <a:pt x="840396" y="274319"/>
                  </a:lnTo>
                  <a:lnTo>
                    <a:pt x="840396" y="266699"/>
                  </a:lnTo>
                  <a:lnTo>
                    <a:pt x="839102" y="260349"/>
                  </a:lnTo>
                  <a:lnTo>
                    <a:pt x="858644" y="260349"/>
                  </a:lnTo>
                  <a:lnTo>
                    <a:pt x="855840" y="256539"/>
                  </a:lnTo>
                  <a:lnTo>
                    <a:pt x="849628" y="250189"/>
                  </a:lnTo>
                  <a:lnTo>
                    <a:pt x="843502" y="243839"/>
                  </a:lnTo>
                  <a:lnTo>
                    <a:pt x="838958" y="240029"/>
                  </a:lnTo>
                  <a:close/>
                </a:path>
                <a:path w="892175" h="580389">
                  <a:moveTo>
                    <a:pt x="553636" y="275589"/>
                  </a:moveTo>
                  <a:lnTo>
                    <a:pt x="499764" y="275589"/>
                  </a:lnTo>
                  <a:lnTo>
                    <a:pt x="482422" y="278129"/>
                  </a:lnTo>
                  <a:lnTo>
                    <a:pt x="465081" y="281939"/>
                  </a:lnTo>
                  <a:lnTo>
                    <a:pt x="440310" y="287019"/>
                  </a:lnTo>
                  <a:lnTo>
                    <a:pt x="392625" y="303529"/>
                  </a:lnTo>
                  <a:lnTo>
                    <a:pt x="370331" y="314959"/>
                  </a:lnTo>
                  <a:lnTo>
                    <a:pt x="370331" y="317499"/>
                  </a:lnTo>
                  <a:lnTo>
                    <a:pt x="370952" y="318769"/>
                  </a:lnTo>
                  <a:lnTo>
                    <a:pt x="372807" y="321309"/>
                  </a:lnTo>
                  <a:lnTo>
                    <a:pt x="374662" y="322579"/>
                  </a:lnTo>
                  <a:lnTo>
                    <a:pt x="391382" y="314959"/>
                  </a:lnTo>
                  <a:lnTo>
                    <a:pt x="396343" y="313689"/>
                  </a:lnTo>
                  <a:lnTo>
                    <a:pt x="401917" y="311149"/>
                  </a:lnTo>
                  <a:lnTo>
                    <a:pt x="408103" y="309879"/>
                  </a:lnTo>
                  <a:lnTo>
                    <a:pt x="413677" y="308609"/>
                  </a:lnTo>
                  <a:lnTo>
                    <a:pt x="419871" y="307339"/>
                  </a:lnTo>
                  <a:lnTo>
                    <a:pt x="427308" y="303529"/>
                  </a:lnTo>
                  <a:lnTo>
                    <a:pt x="434737" y="300989"/>
                  </a:lnTo>
                  <a:lnTo>
                    <a:pt x="439068" y="299719"/>
                  </a:lnTo>
                  <a:lnTo>
                    <a:pt x="442787" y="299719"/>
                  </a:lnTo>
                  <a:lnTo>
                    <a:pt x="447118" y="298449"/>
                  </a:lnTo>
                  <a:lnTo>
                    <a:pt x="450836" y="297179"/>
                  </a:lnTo>
                  <a:lnTo>
                    <a:pt x="453312" y="294639"/>
                  </a:lnTo>
                  <a:lnTo>
                    <a:pt x="456410" y="293369"/>
                  </a:lnTo>
                  <a:lnTo>
                    <a:pt x="460128" y="292099"/>
                  </a:lnTo>
                  <a:lnTo>
                    <a:pt x="463226" y="290829"/>
                  </a:lnTo>
                  <a:lnTo>
                    <a:pt x="474373" y="289559"/>
                  </a:lnTo>
                  <a:lnTo>
                    <a:pt x="477470" y="288289"/>
                  </a:lnTo>
                  <a:lnTo>
                    <a:pt x="484899" y="287019"/>
                  </a:lnTo>
                  <a:lnTo>
                    <a:pt x="492948" y="287019"/>
                  </a:lnTo>
                  <a:lnTo>
                    <a:pt x="500377" y="285749"/>
                  </a:lnTo>
                  <a:lnTo>
                    <a:pt x="653653" y="285749"/>
                  </a:lnTo>
                  <a:lnTo>
                    <a:pt x="650249" y="284479"/>
                  </a:lnTo>
                  <a:lnTo>
                    <a:pt x="605661" y="284479"/>
                  </a:lnTo>
                  <a:lnTo>
                    <a:pt x="597611" y="281939"/>
                  </a:lnTo>
                  <a:lnTo>
                    <a:pt x="553636" y="275589"/>
                  </a:lnTo>
                  <a:close/>
                </a:path>
                <a:path w="892175" h="580389">
                  <a:moveTo>
                    <a:pt x="153792" y="302259"/>
                  </a:moveTo>
                  <a:lnTo>
                    <a:pt x="129427" y="302259"/>
                  </a:lnTo>
                  <a:lnTo>
                    <a:pt x="136864" y="304799"/>
                  </a:lnTo>
                  <a:lnTo>
                    <a:pt x="138719" y="306069"/>
                  </a:lnTo>
                  <a:lnTo>
                    <a:pt x="149866" y="308609"/>
                  </a:lnTo>
                  <a:lnTo>
                    <a:pt x="153585" y="308609"/>
                  </a:lnTo>
                  <a:lnTo>
                    <a:pt x="156682" y="309879"/>
                  </a:lnTo>
                  <a:lnTo>
                    <a:pt x="160392" y="309879"/>
                  </a:lnTo>
                  <a:lnTo>
                    <a:pt x="163489" y="311149"/>
                  </a:lnTo>
                  <a:lnTo>
                    <a:pt x="167208" y="312419"/>
                  </a:lnTo>
                  <a:lnTo>
                    <a:pt x="164110" y="308609"/>
                  </a:lnTo>
                  <a:lnTo>
                    <a:pt x="156682" y="303529"/>
                  </a:lnTo>
                  <a:lnTo>
                    <a:pt x="153792" y="302259"/>
                  </a:lnTo>
                  <a:close/>
                </a:path>
                <a:path w="892175" h="580389">
                  <a:moveTo>
                    <a:pt x="653653" y="285749"/>
                  </a:moveTo>
                  <a:lnTo>
                    <a:pt x="536915" y="285749"/>
                  </a:lnTo>
                  <a:lnTo>
                    <a:pt x="550538" y="287019"/>
                  </a:lnTo>
                  <a:lnTo>
                    <a:pt x="557976" y="288289"/>
                  </a:lnTo>
                  <a:lnTo>
                    <a:pt x="564783" y="289559"/>
                  </a:lnTo>
                  <a:lnTo>
                    <a:pt x="578406" y="293369"/>
                  </a:lnTo>
                  <a:lnTo>
                    <a:pt x="592038" y="298449"/>
                  </a:lnTo>
                  <a:lnTo>
                    <a:pt x="595127" y="300989"/>
                  </a:lnTo>
                  <a:lnTo>
                    <a:pt x="598845" y="303529"/>
                  </a:lnTo>
                  <a:lnTo>
                    <a:pt x="602564" y="304799"/>
                  </a:lnTo>
                  <a:lnTo>
                    <a:pt x="606274" y="304799"/>
                  </a:lnTo>
                  <a:lnTo>
                    <a:pt x="610613" y="306069"/>
                  </a:lnTo>
                  <a:lnTo>
                    <a:pt x="614332" y="307339"/>
                  </a:lnTo>
                  <a:lnTo>
                    <a:pt x="617421" y="308609"/>
                  </a:lnTo>
                  <a:lnTo>
                    <a:pt x="620518" y="312419"/>
                  </a:lnTo>
                  <a:lnTo>
                    <a:pt x="691119" y="312419"/>
                  </a:lnTo>
                  <a:lnTo>
                    <a:pt x="693595" y="309879"/>
                  </a:lnTo>
                  <a:lnTo>
                    <a:pt x="698547" y="303529"/>
                  </a:lnTo>
                  <a:lnTo>
                    <a:pt x="700407" y="299719"/>
                  </a:lnTo>
                  <a:lnTo>
                    <a:pt x="673777" y="299719"/>
                  </a:lnTo>
                  <a:lnTo>
                    <a:pt x="668825" y="294639"/>
                  </a:lnTo>
                  <a:lnTo>
                    <a:pt x="662630" y="290829"/>
                  </a:lnTo>
                  <a:lnTo>
                    <a:pt x="657057" y="287019"/>
                  </a:lnTo>
                  <a:lnTo>
                    <a:pt x="653653" y="285749"/>
                  </a:lnTo>
                  <a:close/>
                </a:path>
                <a:path w="892175" h="580389">
                  <a:moveTo>
                    <a:pt x="248334" y="259079"/>
                  </a:moveTo>
                  <a:lnTo>
                    <a:pt x="258239" y="261619"/>
                  </a:lnTo>
                  <a:lnTo>
                    <a:pt x="268765" y="264159"/>
                  </a:lnTo>
                  <a:lnTo>
                    <a:pt x="278678" y="266699"/>
                  </a:lnTo>
                  <a:lnTo>
                    <a:pt x="289204" y="267969"/>
                  </a:lnTo>
                  <a:lnTo>
                    <a:pt x="299117" y="270509"/>
                  </a:lnTo>
                  <a:lnTo>
                    <a:pt x="309643" y="271779"/>
                  </a:lnTo>
                  <a:lnTo>
                    <a:pt x="330074" y="271779"/>
                  </a:lnTo>
                  <a:lnTo>
                    <a:pt x="329461" y="273049"/>
                  </a:lnTo>
                  <a:lnTo>
                    <a:pt x="319548" y="275589"/>
                  </a:lnTo>
                  <a:lnTo>
                    <a:pt x="309022" y="278129"/>
                  </a:lnTo>
                  <a:lnTo>
                    <a:pt x="277436" y="281939"/>
                  </a:lnTo>
                  <a:lnTo>
                    <a:pt x="254521" y="281939"/>
                  </a:lnTo>
                  <a:lnTo>
                    <a:pt x="257618" y="283209"/>
                  </a:lnTo>
                  <a:lnTo>
                    <a:pt x="265668" y="283209"/>
                  </a:lnTo>
                  <a:lnTo>
                    <a:pt x="272484" y="285749"/>
                  </a:lnTo>
                  <a:lnTo>
                    <a:pt x="287349" y="288289"/>
                  </a:lnTo>
                  <a:lnTo>
                    <a:pt x="302206" y="288289"/>
                  </a:lnTo>
                  <a:lnTo>
                    <a:pt x="309643" y="289559"/>
                  </a:lnTo>
                  <a:lnTo>
                    <a:pt x="324500" y="289559"/>
                  </a:lnTo>
                  <a:lnTo>
                    <a:pt x="326985" y="292099"/>
                  </a:lnTo>
                  <a:lnTo>
                    <a:pt x="326364" y="293369"/>
                  </a:lnTo>
                  <a:lnTo>
                    <a:pt x="300351" y="300989"/>
                  </a:lnTo>
                  <a:lnTo>
                    <a:pt x="281776" y="303529"/>
                  </a:lnTo>
                  <a:lnTo>
                    <a:pt x="254521" y="303529"/>
                  </a:lnTo>
                  <a:lnTo>
                    <a:pt x="263813" y="306069"/>
                  </a:lnTo>
                  <a:lnTo>
                    <a:pt x="295399" y="309879"/>
                  </a:lnTo>
                  <a:lnTo>
                    <a:pt x="317072" y="309879"/>
                  </a:lnTo>
                  <a:lnTo>
                    <a:pt x="327598" y="308609"/>
                  </a:lnTo>
                  <a:lnTo>
                    <a:pt x="355397" y="308609"/>
                  </a:lnTo>
                  <a:lnTo>
                    <a:pt x="352368" y="303529"/>
                  </a:lnTo>
                  <a:lnTo>
                    <a:pt x="348658" y="290829"/>
                  </a:lnTo>
                  <a:lnTo>
                    <a:pt x="347415" y="278129"/>
                  </a:lnTo>
                  <a:lnTo>
                    <a:pt x="350513" y="265429"/>
                  </a:lnTo>
                  <a:lnTo>
                    <a:pt x="351752" y="261619"/>
                  </a:lnTo>
                  <a:lnTo>
                    <a:pt x="283009" y="261619"/>
                  </a:lnTo>
                  <a:lnTo>
                    <a:pt x="259481" y="260349"/>
                  </a:lnTo>
                  <a:lnTo>
                    <a:pt x="248334" y="259079"/>
                  </a:lnTo>
                  <a:close/>
                </a:path>
                <a:path w="892175" h="580389">
                  <a:moveTo>
                    <a:pt x="578406" y="247649"/>
                  </a:moveTo>
                  <a:lnTo>
                    <a:pt x="577793" y="250189"/>
                  </a:lnTo>
                  <a:lnTo>
                    <a:pt x="590174" y="253999"/>
                  </a:lnTo>
                  <a:lnTo>
                    <a:pt x="608758" y="257809"/>
                  </a:lnTo>
                  <a:lnTo>
                    <a:pt x="621139" y="261619"/>
                  </a:lnTo>
                  <a:lnTo>
                    <a:pt x="627334" y="264159"/>
                  </a:lnTo>
                  <a:lnTo>
                    <a:pt x="632908" y="269239"/>
                  </a:lnTo>
                  <a:lnTo>
                    <a:pt x="639102" y="273049"/>
                  </a:lnTo>
                  <a:lnTo>
                    <a:pt x="652725" y="280669"/>
                  </a:lnTo>
                  <a:lnTo>
                    <a:pt x="665106" y="287019"/>
                  </a:lnTo>
                  <a:lnTo>
                    <a:pt x="670680" y="292099"/>
                  </a:lnTo>
                  <a:lnTo>
                    <a:pt x="675020" y="299719"/>
                  </a:lnTo>
                  <a:lnTo>
                    <a:pt x="700407" y="299719"/>
                  </a:lnTo>
                  <a:lnTo>
                    <a:pt x="702266" y="295909"/>
                  </a:lnTo>
                  <a:lnTo>
                    <a:pt x="703061" y="292099"/>
                  </a:lnTo>
                  <a:lnTo>
                    <a:pt x="689885" y="292099"/>
                  </a:lnTo>
                  <a:lnTo>
                    <a:pt x="678729" y="280669"/>
                  </a:lnTo>
                  <a:lnTo>
                    <a:pt x="672543" y="275589"/>
                  </a:lnTo>
                  <a:lnTo>
                    <a:pt x="660154" y="267969"/>
                  </a:lnTo>
                  <a:lnTo>
                    <a:pt x="646531" y="261619"/>
                  </a:lnTo>
                  <a:lnTo>
                    <a:pt x="639102" y="257809"/>
                  </a:lnTo>
                  <a:lnTo>
                    <a:pt x="632286" y="256539"/>
                  </a:lnTo>
                  <a:lnTo>
                    <a:pt x="617421" y="252729"/>
                  </a:lnTo>
                  <a:lnTo>
                    <a:pt x="609371" y="251459"/>
                  </a:lnTo>
                  <a:lnTo>
                    <a:pt x="601943" y="250189"/>
                  </a:lnTo>
                  <a:lnTo>
                    <a:pt x="593893" y="248919"/>
                  </a:lnTo>
                  <a:lnTo>
                    <a:pt x="586464" y="248919"/>
                  </a:lnTo>
                  <a:lnTo>
                    <a:pt x="578406" y="247649"/>
                  </a:lnTo>
                  <a:close/>
                </a:path>
                <a:path w="892175" h="580389">
                  <a:moveTo>
                    <a:pt x="606274" y="238759"/>
                  </a:moveTo>
                  <a:lnTo>
                    <a:pt x="606274" y="240029"/>
                  </a:lnTo>
                  <a:lnTo>
                    <a:pt x="640336" y="250189"/>
                  </a:lnTo>
                  <a:lnTo>
                    <a:pt x="660775" y="261619"/>
                  </a:lnTo>
                  <a:lnTo>
                    <a:pt x="691740" y="287019"/>
                  </a:lnTo>
                  <a:lnTo>
                    <a:pt x="691740" y="289559"/>
                  </a:lnTo>
                  <a:lnTo>
                    <a:pt x="691119" y="290829"/>
                  </a:lnTo>
                  <a:lnTo>
                    <a:pt x="689885" y="292099"/>
                  </a:lnTo>
                  <a:lnTo>
                    <a:pt x="703061" y="292099"/>
                  </a:lnTo>
                  <a:lnTo>
                    <a:pt x="704121" y="287019"/>
                  </a:lnTo>
                  <a:lnTo>
                    <a:pt x="704121" y="279399"/>
                  </a:lnTo>
                  <a:lnTo>
                    <a:pt x="692974" y="270509"/>
                  </a:lnTo>
                  <a:lnTo>
                    <a:pt x="681827" y="264159"/>
                  </a:lnTo>
                  <a:lnTo>
                    <a:pt x="670067" y="256539"/>
                  </a:lnTo>
                  <a:lnTo>
                    <a:pt x="658299" y="251459"/>
                  </a:lnTo>
                  <a:lnTo>
                    <a:pt x="645910" y="247649"/>
                  </a:lnTo>
                  <a:lnTo>
                    <a:pt x="632908" y="242569"/>
                  </a:lnTo>
                  <a:lnTo>
                    <a:pt x="619906" y="240029"/>
                  </a:lnTo>
                  <a:lnTo>
                    <a:pt x="606274" y="238759"/>
                  </a:lnTo>
                  <a:close/>
                </a:path>
                <a:path w="892175" h="580389">
                  <a:moveTo>
                    <a:pt x="160398" y="281939"/>
                  </a:moveTo>
                  <a:lnTo>
                    <a:pt x="141816" y="281939"/>
                  </a:lnTo>
                  <a:lnTo>
                    <a:pt x="149245" y="283209"/>
                  </a:lnTo>
                  <a:lnTo>
                    <a:pt x="152963" y="284479"/>
                  </a:lnTo>
                  <a:lnTo>
                    <a:pt x="157294" y="285749"/>
                  </a:lnTo>
                  <a:lnTo>
                    <a:pt x="161013" y="285749"/>
                  </a:lnTo>
                  <a:lnTo>
                    <a:pt x="168442" y="288289"/>
                  </a:lnTo>
                  <a:lnTo>
                    <a:pt x="172160" y="290829"/>
                  </a:lnTo>
                  <a:lnTo>
                    <a:pt x="170918" y="287019"/>
                  </a:lnTo>
                  <a:lnTo>
                    <a:pt x="168442" y="285749"/>
                  </a:lnTo>
                  <a:lnTo>
                    <a:pt x="164732" y="284479"/>
                  </a:lnTo>
                  <a:lnTo>
                    <a:pt x="162255" y="283209"/>
                  </a:lnTo>
                  <a:lnTo>
                    <a:pt x="160398" y="281939"/>
                  </a:lnTo>
                  <a:close/>
                </a:path>
                <a:path w="892175" h="580389">
                  <a:moveTo>
                    <a:pt x="568501" y="264159"/>
                  </a:moveTo>
                  <a:lnTo>
                    <a:pt x="560452" y="264159"/>
                  </a:lnTo>
                  <a:lnTo>
                    <a:pt x="559209" y="266699"/>
                  </a:lnTo>
                  <a:lnTo>
                    <a:pt x="571599" y="270509"/>
                  </a:lnTo>
                  <a:lnTo>
                    <a:pt x="577793" y="271779"/>
                  </a:lnTo>
                  <a:lnTo>
                    <a:pt x="584601" y="273049"/>
                  </a:lnTo>
                  <a:lnTo>
                    <a:pt x="590796" y="274319"/>
                  </a:lnTo>
                  <a:lnTo>
                    <a:pt x="603185" y="278129"/>
                  </a:lnTo>
                  <a:lnTo>
                    <a:pt x="609371" y="280669"/>
                  </a:lnTo>
                  <a:lnTo>
                    <a:pt x="609992" y="281939"/>
                  </a:lnTo>
                  <a:lnTo>
                    <a:pt x="608758" y="283209"/>
                  </a:lnTo>
                  <a:lnTo>
                    <a:pt x="606895" y="283209"/>
                  </a:lnTo>
                  <a:lnTo>
                    <a:pt x="605661" y="284479"/>
                  </a:lnTo>
                  <a:lnTo>
                    <a:pt x="650249" y="284479"/>
                  </a:lnTo>
                  <a:lnTo>
                    <a:pt x="644055" y="281939"/>
                  </a:lnTo>
                  <a:lnTo>
                    <a:pt x="630431" y="276859"/>
                  </a:lnTo>
                  <a:lnTo>
                    <a:pt x="624237" y="273049"/>
                  </a:lnTo>
                  <a:lnTo>
                    <a:pt x="616187" y="271779"/>
                  </a:lnTo>
                  <a:lnTo>
                    <a:pt x="608758" y="270509"/>
                  </a:lnTo>
                  <a:lnTo>
                    <a:pt x="592650" y="267969"/>
                  </a:lnTo>
                  <a:lnTo>
                    <a:pt x="584601" y="265429"/>
                  </a:lnTo>
                  <a:lnTo>
                    <a:pt x="577172" y="265429"/>
                  </a:lnTo>
                  <a:lnTo>
                    <a:pt x="568501" y="264159"/>
                  </a:lnTo>
                  <a:close/>
                </a:path>
                <a:path w="892175" h="580389">
                  <a:moveTo>
                    <a:pt x="245237" y="279399"/>
                  </a:moveTo>
                  <a:lnTo>
                    <a:pt x="247092" y="280669"/>
                  </a:lnTo>
                  <a:lnTo>
                    <a:pt x="249568" y="281939"/>
                  </a:lnTo>
                  <a:lnTo>
                    <a:pt x="266910" y="281939"/>
                  </a:lnTo>
                  <a:lnTo>
                    <a:pt x="245237" y="279399"/>
                  </a:lnTo>
                  <a:close/>
                </a:path>
                <a:path w="892175" h="580389">
                  <a:moveTo>
                    <a:pt x="673160" y="167639"/>
                  </a:moveTo>
                  <a:lnTo>
                    <a:pt x="588319" y="167639"/>
                  </a:lnTo>
                  <a:lnTo>
                    <a:pt x="618042" y="170179"/>
                  </a:lnTo>
                  <a:lnTo>
                    <a:pt x="624858" y="171449"/>
                  </a:lnTo>
                  <a:lnTo>
                    <a:pt x="632286" y="172719"/>
                  </a:lnTo>
                  <a:lnTo>
                    <a:pt x="659533" y="177799"/>
                  </a:lnTo>
                  <a:lnTo>
                    <a:pt x="675641" y="177799"/>
                  </a:lnTo>
                  <a:lnTo>
                    <a:pt x="679972" y="179069"/>
                  </a:lnTo>
                  <a:lnTo>
                    <a:pt x="683690" y="180339"/>
                  </a:lnTo>
                  <a:lnTo>
                    <a:pt x="688022" y="181609"/>
                  </a:lnTo>
                  <a:lnTo>
                    <a:pt x="691740" y="182879"/>
                  </a:lnTo>
                  <a:lnTo>
                    <a:pt x="698547" y="184149"/>
                  </a:lnTo>
                  <a:lnTo>
                    <a:pt x="704742" y="185419"/>
                  </a:lnTo>
                  <a:lnTo>
                    <a:pt x="711558" y="187959"/>
                  </a:lnTo>
                  <a:lnTo>
                    <a:pt x="717753" y="189229"/>
                  </a:lnTo>
                  <a:lnTo>
                    <a:pt x="724560" y="191769"/>
                  </a:lnTo>
                  <a:lnTo>
                    <a:pt x="730755" y="193039"/>
                  </a:lnTo>
                  <a:lnTo>
                    <a:pt x="767914" y="208279"/>
                  </a:lnTo>
                  <a:lnTo>
                    <a:pt x="780295" y="214629"/>
                  </a:lnTo>
                  <a:lnTo>
                    <a:pt x="785869" y="217169"/>
                  </a:lnTo>
                  <a:lnTo>
                    <a:pt x="807524" y="247649"/>
                  </a:lnTo>
                  <a:lnTo>
                    <a:pt x="810026" y="253999"/>
                  </a:lnTo>
                  <a:lnTo>
                    <a:pt x="811234" y="262889"/>
                  </a:lnTo>
                  <a:lnTo>
                    <a:pt x="811738" y="269239"/>
                  </a:lnTo>
                  <a:lnTo>
                    <a:pt x="811838" y="278129"/>
                  </a:lnTo>
                  <a:lnTo>
                    <a:pt x="814944" y="269239"/>
                  </a:lnTo>
                  <a:lnTo>
                    <a:pt x="815536" y="261619"/>
                  </a:lnTo>
                  <a:lnTo>
                    <a:pt x="815462" y="257809"/>
                  </a:lnTo>
                  <a:lnTo>
                    <a:pt x="814340" y="241299"/>
                  </a:lnTo>
                  <a:lnTo>
                    <a:pt x="816238" y="240029"/>
                  </a:lnTo>
                  <a:lnTo>
                    <a:pt x="838958" y="240029"/>
                  </a:lnTo>
                  <a:lnTo>
                    <a:pt x="829870" y="232409"/>
                  </a:lnTo>
                  <a:lnTo>
                    <a:pt x="814944" y="222249"/>
                  </a:lnTo>
                  <a:lnTo>
                    <a:pt x="807524" y="218439"/>
                  </a:lnTo>
                  <a:lnTo>
                    <a:pt x="791442" y="209549"/>
                  </a:lnTo>
                  <a:lnTo>
                    <a:pt x="784014" y="205739"/>
                  </a:lnTo>
                  <a:lnTo>
                    <a:pt x="775964" y="201929"/>
                  </a:lnTo>
                  <a:lnTo>
                    <a:pt x="767914" y="199389"/>
                  </a:lnTo>
                  <a:lnTo>
                    <a:pt x="759856" y="195579"/>
                  </a:lnTo>
                  <a:lnTo>
                    <a:pt x="749330" y="189229"/>
                  </a:lnTo>
                  <a:lnTo>
                    <a:pt x="738183" y="184149"/>
                  </a:lnTo>
                  <a:lnTo>
                    <a:pt x="726415" y="181609"/>
                  </a:lnTo>
                  <a:lnTo>
                    <a:pt x="715268" y="177799"/>
                  </a:lnTo>
                  <a:lnTo>
                    <a:pt x="702887" y="175259"/>
                  </a:lnTo>
                  <a:lnTo>
                    <a:pt x="691119" y="171449"/>
                  </a:lnTo>
                  <a:lnTo>
                    <a:pt x="679351" y="168909"/>
                  </a:lnTo>
                  <a:lnTo>
                    <a:pt x="673160" y="167639"/>
                  </a:lnTo>
                  <a:close/>
                </a:path>
                <a:path w="892175" h="580389">
                  <a:moveTo>
                    <a:pt x="170305" y="262889"/>
                  </a:moveTo>
                  <a:lnTo>
                    <a:pt x="146769" y="262889"/>
                  </a:lnTo>
                  <a:lnTo>
                    <a:pt x="152342" y="264159"/>
                  </a:lnTo>
                  <a:lnTo>
                    <a:pt x="157916" y="266699"/>
                  </a:lnTo>
                  <a:lnTo>
                    <a:pt x="163489" y="267969"/>
                  </a:lnTo>
                  <a:lnTo>
                    <a:pt x="174636" y="271779"/>
                  </a:lnTo>
                  <a:lnTo>
                    <a:pt x="191357" y="275589"/>
                  </a:lnTo>
                  <a:lnTo>
                    <a:pt x="186405" y="270509"/>
                  </a:lnTo>
                  <a:lnTo>
                    <a:pt x="180210" y="267969"/>
                  </a:lnTo>
                  <a:lnTo>
                    <a:pt x="176491" y="266699"/>
                  </a:lnTo>
                  <a:lnTo>
                    <a:pt x="173402" y="265429"/>
                  </a:lnTo>
                  <a:lnTo>
                    <a:pt x="170305" y="262889"/>
                  </a:lnTo>
                  <a:close/>
                </a:path>
                <a:path w="892175" h="580389">
                  <a:moveTo>
                    <a:pt x="535681" y="274319"/>
                  </a:moveTo>
                  <a:lnTo>
                    <a:pt x="517719" y="274319"/>
                  </a:lnTo>
                  <a:lnTo>
                    <a:pt x="508435" y="275589"/>
                  </a:lnTo>
                  <a:lnTo>
                    <a:pt x="544352" y="275589"/>
                  </a:lnTo>
                  <a:lnTo>
                    <a:pt x="535681" y="274319"/>
                  </a:lnTo>
                  <a:close/>
                </a:path>
                <a:path w="892175" h="580389">
                  <a:moveTo>
                    <a:pt x="182069" y="246379"/>
                  </a:moveTo>
                  <a:lnTo>
                    <a:pt x="148624" y="246379"/>
                  </a:lnTo>
                  <a:lnTo>
                    <a:pt x="165965" y="251459"/>
                  </a:lnTo>
                  <a:lnTo>
                    <a:pt x="175257" y="252729"/>
                  </a:lnTo>
                  <a:lnTo>
                    <a:pt x="183928" y="255269"/>
                  </a:lnTo>
                  <a:lnTo>
                    <a:pt x="202504" y="259079"/>
                  </a:lnTo>
                  <a:lnTo>
                    <a:pt x="211175" y="260349"/>
                  </a:lnTo>
                  <a:lnTo>
                    <a:pt x="220467" y="262889"/>
                  </a:lnTo>
                  <a:lnTo>
                    <a:pt x="220467" y="260349"/>
                  </a:lnTo>
                  <a:lnTo>
                    <a:pt x="219224" y="259079"/>
                  </a:lnTo>
                  <a:lnTo>
                    <a:pt x="216748" y="259079"/>
                  </a:lnTo>
                  <a:lnTo>
                    <a:pt x="215506" y="257809"/>
                  </a:lnTo>
                  <a:lnTo>
                    <a:pt x="209320" y="256539"/>
                  </a:lnTo>
                  <a:lnTo>
                    <a:pt x="196930" y="251459"/>
                  </a:lnTo>
                  <a:lnTo>
                    <a:pt x="191357" y="248919"/>
                  </a:lnTo>
                  <a:lnTo>
                    <a:pt x="185162" y="247649"/>
                  </a:lnTo>
                  <a:lnTo>
                    <a:pt x="182069" y="246379"/>
                  </a:lnTo>
                  <a:close/>
                </a:path>
                <a:path w="892175" h="580389">
                  <a:moveTo>
                    <a:pt x="260715" y="238759"/>
                  </a:moveTo>
                  <a:lnTo>
                    <a:pt x="310877" y="250189"/>
                  </a:lnTo>
                  <a:lnTo>
                    <a:pt x="335647" y="250189"/>
                  </a:lnTo>
                  <a:lnTo>
                    <a:pt x="339366" y="251459"/>
                  </a:lnTo>
                  <a:lnTo>
                    <a:pt x="328840" y="256539"/>
                  </a:lnTo>
                  <a:lnTo>
                    <a:pt x="317693" y="259079"/>
                  </a:lnTo>
                  <a:lnTo>
                    <a:pt x="294778" y="261619"/>
                  </a:lnTo>
                  <a:lnTo>
                    <a:pt x="351752" y="261619"/>
                  </a:lnTo>
                  <a:lnTo>
                    <a:pt x="354231" y="253999"/>
                  </a:lnTo>
                  <a:lnTo>
                    <a:pt x="359805" y="243839"/>
                  </a:lnTo>
                  <a:lnTo>
                    <a:pt x="361507" y="241299"/>
                  </a:lnTo>
                  <a:lnTo>
                    <a:pt x="283009" y="241299"/>
                  </a:lnTo>
                  <a:lnTo>
                    <a:pt x="271241" y="240029"/>
                  </a:lnTo>
                  <a:lnTo>
                    <a:pt x="260715" y="238759"/>
                  </a:lnTo>
                  <a:close/>
                </a:path>
                <a:path w="892175" h="580389">
                  <a:moveTo>
                    <a:pt x="283631" y="0"/>
                  </a:moveTo>
                  <a:lnTo>
                    <a:pt x="253908" y="0"/>
                  </a:lnTo>
                  <a:lnTo>
                    <a:pt x="244616" y="1269"/>
                  </a:lnTo>
                  <a:lnTo>
                    <a:pt x="216748" y="8889"/>
                  </a:lnTo>
                  <a:lnTo>
                    <a:pt x="190736" y="20319"/>
                  </a:lnTo>
                  <a:lnTo>
                    <a:pt x="182686" y="26669"/>
                  </a:lnTo>
                  <a:lnTo>
                    <a:pt x="175257" y="33019"/>
                  </a:lnTo>
                  <a:lnTo>
                    <a:pt x="161013" y="44449"/>
                  </a:lnTo>
                  <a:lnTo>
                    <a:pt x="149866" y="57149"/>
                  </a:lnTo>
                  <a:lnTo>
                    <a:pt x="140574" y="71119"/>
                  </a:lnTo>
                  <a:lnTo>
                    <a:pt x="131903" y="86359"/>
                  </a:lnTo>
                  <a:lnTo>
                    <a:pt x="123853" y="101599"/>
                  </a:lnTo>
                  <a:lnTo>
                    <a:pt x="114570" y="115569"/>
                  </a:lnTo>
                  <a:lnTo>
                    <a:pt x="88557" y="146049"/>
                  </a:lnTo>
                  <a:lnTo>
                    <a:pt x="66263" y="160019"/>
                  </a:lnTo>
                  <a:lnTo>
                    <a:pt x="61923" y="162559"/>
                  </a:lnTo>
                  <a:lnTo>
                    <a:pt x="57592" y="166369"/>
                  </a:lnTo>
                  <a:lnTo>
                    <a:pt x="48300" y="171449"/>
                  </a:lnTo>
                  <a:lnTo>
                    <a:pt x="28482" y="184149"/>
                  </a:lnTo>
                  <a:lnTo>
                    <a:pt x="618" y="218439"/>
                  </a:lnTo>
                  <a:lnTo>
                    <a:pt x="0" y="231139"/>
                  </a:lnTo>
                  <a:lnTo>
                    <a:pt x="3715" y="237489"/>
                  </a:lnTo>
                  <a:lnTo>
                    <a:pt x="9288" y="242569"/>
                  </a:lnTo>
                  <a:lnTo>
                    <a:pt x="14862" y="246379"/>
                  </a:lnTo>
                  <a:lnTo>
                    <a:pt x="21675" y="248919"/>
                  </a:lnTo>
                  <a:lnTo>
                    <a:pt x="43969" y="252729"/>
                  </a:lnTo>
                  <a:lnTo>
                    <a:pt x="50776" y="253999"/>
                  </a:lnTo>
                  <a:lnTo>
                    <a:pt x="61311" y="251459"/>
                  </a:lnTo>
                  <a:lnTo>
                    <a:pt x="102802" y="246379"/>
                  </a:lnTo>
                  <a:lnTo>
                    <a:pt x="113328" y="243839"/>
                  </a:lnTo>
                  <a:lnTo>
                    <a:pt x="133767" y="241299"/>
                  </a:lnTo>
                  <a:lnTo>
                    <a:pt x="165348" y="241299"/>
                  </a:lnTo>
                  <a:lnTo>
                    <a:pt x="164110" y="240029"/>
                  </a:lnTo>
                  <a:lnTo>
                    <a:pt x="164110" y="238759"/>
                  </a:lnTo>
                  <a:lnTo>
                    <a:pt x="212107" y="238759"/>
                  </a:lnTo>
                  <a:lnTo>
                    <a:pt x="203746" y="234949"/>
                  </a:lnTo>
                  <a:lnTo>
                    <a:pt x="198785" y="232409"/>
                  </a:lnTo>
                  <a:lnTo>
                    <a:pt x="193212" y="229869"/>
                  </a:lnTo>
                  <a:lnTo>
                    <a:pt x="194454" y="228599"/>
                  </a:lnTo>
                  <a:lnTo>
                    <a:pt x="237187" y="228599"/>
                  </a:lnTo>
                  <a:lnTo>
                    <a:pt x="234711" y="227329"/>
                  </a:lnTo>
                  <a:lnTo>
                    <a:pt x="231614" y="226059"/>
                  </a:lnTo>
                  <a:lnTo>
                    <a:pt x="229138" y="224789"/>
                  </a:lnTo>
                  <a:lnTo>
                    <a:pt x="226040" y="223519"/>
                  </a:lnTo>
                  <a:lnTo>
                    <a:pt x="223564" y="220979"/>
                  </a:lnTo>
                  <a:lnTo>
                    <a:pt x="220467" y="219709"/>
                  </a:lnTo>
                  <a:lnTo>
                    <a:pt x="217991" y="218439"/>
                  </a:lnTo>
                  <a:lnTo>
                    <a:pt x="220467" y="215899"/>
                  </a:lnTo>
                  <a:lnTo>
                    <a:pt x="253908" y="215899"/>
                  </a:lnTo>
                  <a:lnTo>
                    <a:pt x="243995" y="214629"/>
                  </a:lnTo>
                  <a:lnTo>
                    <a:pt x="239664" y="213359"/>
                  </a:lnTo>
                  <a:lnTo>
                    <a:pt x="234711" y="210819"/>
                  </a:lnTo>
                  <a:lnTo>
                    <a:pt x="217369" y="205739"/>
                  </a:lnTo>
                  <a:lnTo>
                    <a:pt x="213651" y="203199"/>
                  </a:lnTo>
                  <a:lnTo>
                    <a:pt x="210554" y="200659"/>
                  </a:lnTo>
                  <a:lnTo>
                    <a:pt x="201270" y="189229"/>
                  </a:lnTo>
                  <a:lnTo>
                    <a:pt x="199411" y="186689"/>
                  </a:lnTo>
                  <a:lnTo>
                    <a:pt x="186405" y="186689"/>
                  </a:lnTo>
                  <a:lnTo>
                    <a:pt x="146769" y="162559"/>
                  </a:lnTo>
                  <a:lnTo>
                    <a:pt x="137477" y="140969"/>
                  </a:lnTo>
                  <a:lnTo>
                    <a:pt x="136243" y="138429"/>
                  </a:lnTo>
                  <a:lnTo>
                    <a:pt x="134388" y="135889"/>
                  </a:lnTo>
                  <a:lnTo>
                    <a:pt x="131903" y="133349"/>
                  </a:lnTo>
                  <a:lnTo>
                    <a:pt x="125717" y="130809"/>
                  </a:lnTo>
                  <a:lnTo>
                    <a:pt x="119522" y="130809"/>
                  </a:lnTo>
                  <a:lnTo>
                    <a:pt x="121998" y="125729"/>
                  </a:lnTo>
                  <a:lnTo>
                    <a:pt x="128193" y="115569"/>
                  </a:lnTo>
                  <a:lnTo>
                    <a:pt x="130669" y="110489"/>
                  </a:lnTo>
                  <a:lnTo>
                    <a:pt x="133767" y="105409"/>
                  </a:lnTo>
                  <a:lnTo>
                    <a:pt x="141195" y="90169"/>
                  </a:lnTo>
                  <a:lnTo>
                    <a:pt x="147390" y="81279"/>
                  </a:lnTo>
                  <a:lnTo>
                    <a:pt x="154197" y="71119"/>
                  </a:lnTo>
                  <a:lnTo>
                    <a:pt x="169063" y="53339"/>
                  </a:lnTo>
                  <a:lnTo>
                    <a:pt x="177734" y="46989"/>
                  </a:lnTo>
                  <a:lnTo>
                    <a:pt x="186405" y="39369"/>
                  </a:lnTo>
                  <a:lnTo>
                    <a:pt x="195697" y="33019"/>
                  </a:lnTo>
                  <a:lnTo>
                    <a:pt x="205601" y="26669"/>
                  </a:lnTo>
                  <a:lnTo>
                    <a:pt x="215506" y="22859"/>
                  </a:lnTo>
                  <a:lnTo>
                    <a:pt x="226040" y="17779"/>
                  </a:lnTo>
                  <a:lnTo>
                    <a:pt x="236566" y="15239"/>
                  </a:lnTo>
                  <a:lnTo>
                    <a:pt x="247713" y="12699"/>
                  </a:lnTo>
                  <a:lnTo>
                    <a:pt x="270629" y="10159"/>
                  </a:lnTo>
                  <a:lnTo>
                    <a:pt x="332558" y="10159"/>
                  </a:lnTo>
                  <a:lnTo>
                    <a:pt x="322645" y="6349"/>
                  </a:lnTo>
                  <a:lnTo>
                    <a:pt x="312741" y="3809"/>
                  </a:lnTo>
                  <a:lnTo>
                    <a:pt x="283631" y="0"/>
                  </a:lnTo>
                  <a:close/>
                </a:path>
                <a:path w="892175" h="580389">
                  <a:moveTo>
                    <a:pt x="212107" y="238759"/>
                  </a:moveTo>
                  <a:lnTo>
                    <a:pt x="173402" y="238759"/>
                  </a:lnTo>
                  <a:lnTo>
                    <a:pt x="182686" y="240029"/>
                  </a:lnTo>
                  <a:lnTo>
                    <a:pt x="191357" y="242569"/>
                  </a:lnTo>
                  <a:lnTo>
                    <a:pt x="238421" y="248919"/>
                  </a:lnTo>
                  <a:lnTo>
                    <a:pt x="238421" y="247649"/>
                  </a:lnTo>
                  <a:lnTo>
                    <a:pt x="232226" y="245109"/>
                  </a:lnTo>
                  <a:lnTo>
                    <a:pt x="221079" y="241299"/>
                  </a:lnTo>
                  <a:lnTo>
                    <a:pt x="214893" y="240029"/>
                  </a:lnTo>
                  <a:lnTo>
                    <a:pt x="212107" y="238759"/>
                  </a:lnTo>
                  <a:close/>
                </a:path>
                <a:path w="892175" h="580389">
                  <a:moveTo>
                    <a:pt x="265668" y="219709"/>
                  </a:moveTo>
                  <a:lnTo>
                    <a:pt x="265668" y="220979"/>
                  </a:lnTo>
                  <a:lnTo>
                    <a:pt x="300351" y="226059"/>
                  </a:lnTo>
                  <a:lnTo>
                    <a:pt x="335035" y="228599"/>
                  </a:lnTo>
                  <a:lnTo>
                    <a:pt x="346182" y="228599"/>
                  </a:lnTo>
                  <a:lnTo>
                    <a:pt x="349892" y="229869"/>
                  </a:lnTo>
                  <a:lnTo>
                    <a:pt x="339987" y="234949"/>
                  </a:lnTo>
                  <a:lnTo>
                    <a:pt x="328840" y="238759"/>
                  </a:lnTo>
                  <a:lnTo>
                    <a:pt x="305925" y="241299"/>
                  </a:lnTo>
                  <a:lnTo>
                    <a:pt x="361507" y="241299"/>
                  </a:lnTo>
                  <a:lnTo>
                    <a:pt x="366612" y="233679"/>
                  </a:lnTo>
                  <a:lnTo>
                    <a:pt x="374049" y="223519"/>
                  </a:lnTo>
                  <a:lnTo>
                    <a:pt x="375111" y="222249"/>
                  </a:lnTo>
                  <a:lnTo>
                    <a:pt x="287962" y="222249"/>
                  </a:lnTo>
                  <a:lnTo>
                    <a:pt x="273105" y="220979"/>
                  </a:lnTo>
                  <a:lnTo>
                    <a:pt x="265668" y="219709"/>
                  </a:lnTo>
                  <a:close/>
                </a:path>
                <a:path w="892175" h="580389">
                  <a:moveTo>
                    <a:pt x="237187" y="228599"/>
                  </a:moveTo>
                  <a:lnTo>
                    <a:pt x="194454" y="228599"/>
                  </a:lnTo>
                  <a:lnTo>
                    <a:pt x="242140" y="233679"/>
                  </a:lnTo>
                  <a:lnTo>
                    <a:pt x="243995" y="231139"/>
                  </a:lnTo>
                  <a:lnTo>
                    <a:pt x="242761" y="229869"/>
                  </a:lnTo>
                  <a:lnTo>
                    <a:pt x="240285" y="229869"/>
                  </a:lnTo>
                  <a:lnTo>
                    <a:pt x="237187" y="228599"/>
                  </a:lnTo>
                  <a:close/>
                </a:path>
                <a:path w="892175" h="580389">
                  <a:moveTo>
                    <a:pt x="290446" y="198119"/>
                  </a:moveTo>
                  <a:lnTo>
                    <a:pt x="283631" y="198119"/>
                  </a:lnTo>
                  <a:lnTo>
                    <a:pt x="293535" y="200659"/>
                  </a:lnTo>
                  <a:lnTo>
                    <a:pt x="302827" y="203199"/>
                  </a:lnTo>
                  <a:lnTo>
                    <a:pt x="322645" y="205739"/>
                  </a:lnTo>
                  <a:lnTo>
                    <a:pt x="364757" y="205739"/>
                  </a:lnTo>
                  <a:lnTo>
                    <a:pt x="366612" y="208279"/>
                  </a:lnTo>
                  <a:lnTo>
                    <a:pt x="357941" y="213359"/>
                  </a:lnTo>
                  <a:lnTo>
                    <a:pt x="352989" y="214629"/>
                  </a:lnTo>
                  <a:lnTo>
                    <a:pt x="348658" y="215899"/>
                  </a:lnTo>
                  <a:lnTo>
                    <a:pt x="328840" y="220979"/>
                  </a:lnTo>
                  <a:lnTo>
                    <a:pt x="320790" y="220979"/>
                  </a:lnTo>
                  <a:lnTo>
                    <a:pt x="304691" y="222249"/>
                  </a:lnTo>
                  <a:lnTo>
                    <a:pt x="375111" y="222249"/>
                  </a:lnTo>
                  <a:lnTo>
                    <a:pt x="381478" y="214629"/>
                  </a:lnTo>
                  <a:lnTo>
                    <a:pt x="391695" y="199389"/>
                  </a:lnTo>
                  <a:lnTo>
                    <a:pt x="296633" y="199389"/>
                  </a:lnTo>
                  <a:lnTo>
                    <a:pt x="290446" y="198119"/>
                  </a:lnTo>
                  <a:close/>
                </a:path>
                <a:path w="892175" h="580389">
                  <a:moveTo>
                    <a:pt x="253908" y="215899"/>
                  </a:moveTo>
                  <a:lnTo>
                    <a:pt x="220467" y="215899"/>
                  </a:lnTo>
                  <a:lnTo>
                    <a:pt x="224177" y="217169"/>
                  </a:lnTo>
                  <a:lnTo>
                    <a:pt x="252044" y="217169"/>
                  </a:lnTo>
                  <a:lnTo>
                    <a:pt x="253908" y="215899"/>
                  </a:lnTo>
                  <a:close/>
                </a:path>
                <a:path w="892175" h="580389">
                  <a:moveTo>
                    <a:pt x="400363" y="181609"/>
                  </a:moveTo>
                  <a:lnTo>
                    <a:pt x="382720" y="181609"/>
                  </a:lnTo>
                  <a:lnTo>
                    <a:pt x="360426" y="191769"/>
                  </a:lnTo>
                  <a:lnTo>
                    <a:pt x="354231" y="194309"/>
                  </a:lnTo>
                  <a:lnTo>
                    <a:pt x="335647" y="198119"/>
                  </a:lnTo>
                  <a:lnTo>
                    <a:pt x="323266" y="199389"/>
                  </a:lnTo>
                  <a:lnTo>
                    <a:pt x="391695" y="199389"/>
                  </a:lnTo>
                  <a:lnTo>
                    <a:pt x="395101" y="194309"/>
                  </a:lnTo>
                  <a:lnTo>
                    <a:pt x="400053" y="182879"/>
                  </a:lnTo>
                  <a:lnTo>
                    <a:pt x="400363" y="181609"/>
                  </a:lnTo>
                  <a:close/>
                </a:path>
                <a:path w="892175" h="580389">
                  <a:moveTo>
                    <a:pt x="627955" y="160019"/>
                  </a:moveTo>
                  <a:lnTo>
                    <a:pt x="489230" y="160019"/>
                  </a:lnTo>
                  <a:lnTo>
                    <a:pt x="481801" y="161289"/>
                  </a:lnTo>
                  <a:lnTo>
                    <a:pt x="466936" y="162559"/>
                  </a:lnTo>
                  <a:lnTo>
                    <a:pt x="459507" y="163829"/>
                  </a:lnTo>
                  <a:lnTo>
                    <a:pt x="452691" y="165099"/>
                  </a:lnTo>
                  <a:lnTo>
                    <a:pt x="445263" y="166369"/>
                  </a:lnTo>
                  <a:lnTo>
                    <a:pt x="418016" y="173989"/>
                  </a:lnTo>
                  <a:lnTo>
                    <a:pt x="411200" y="176529"/>
                  </a:lnTo>
                  <a:lnTo>
                    <a:pt x="408724" y="182879"/>
                  </a:lnTo>
                  <a:lnTo>
                    <a:pt x="408103" y="185419"/>
                  </a:lnTo>
                  <a:lnTo>
                    <a:pt x="408103" y="189229"/>
                  </a:lnTo>
                  <a:lnTo>
                    <a:pt x="416774" y="186689"/>
                  </a:lnTo>
                  <a:lnTo>
                    <a:pt x="424824" y="185419"/>
                  </a:lnTo>
                  <a:lnTo>
                    <a:pt x="433494" y="182879"/>
                  </a:lnTo>
                  <a:lnTo>
                    <a:pt x="449602" y="180339"/>
                  </a:lnTo>
                  <a:lnTo>
                    <a:pt x="458265" y="177799"/>
                  </a:lnTo>
                  <a:lnTo>
                    <a:pt x="466323" y="175259"/>
                  </a:lnTo>
                  <a:lnTo>
                    <a:pt x="474985" y="173989"/>
                  </a:lnTo>
                  <a:lnTo>
                    <a:pt x="483044" y="171449"/>
                  </a:lnTo>
                  <a:lnTo>
                    <a:pt x="500377" y="168909"/>
                  </a:lnTo>
                  <a:lnTo>
                    <a:pt x="517719" y="167639"/>
                  </a:lnTo>
                  <a:lnTo>
                    <a:pt x="673160" y="167639"/>
                  </a:lnTo>
                  <a:lnTo>
                    <a:pt x="666970" y="166369"/>
                  </a:lnTo>
                  <a:lnTo>
                    <a:pt x="661396" y="163829"/>
                  </a:lnTo>
                  <a:lnTo>
                    <a:pt x="661086" y="161289"/>
                  </a:lnTo>
                  <a:lnTo>
                    <a:pt x="634762" y="161289"/>
                  </a:lnTo>
                  <a:lnTo>
                    <a:pt x="627955" y="160019"/>
                  </a:lnTo>
                  <a:close/>
                </a:path>
                <a:path w="892175" h="580389">
                  <a:moveTo>
                    <a:pt x="190123" y="177799"/>
                  </a:moveTo>
                  <a:lnTo>
                    <a:pt x="188259" y="180339"/>
                  </a:lnTo>
                  <a:lnTo>
                    <a:pt x="187026" y="184149"/>
                  </a:lnTo>
                  <a:lnTo>
                    <a:pt x="186405" y="186689"/>
                  </a:lnTo>
                  <a:lnTo>
                    <a:pt x="199411" y="186689"/>
                  </a:lnTo>
                  <a:lnTo>
                    <a:pt x="193833" y="179069"/>
                  </a:lnTo>
                  <a:lnTo>
                    <a:pt x="190123" y="177799"/>
                  </a:lnTo>
                  <a:close/>
                </a:path>
                <a:path w="892175" h="580389">
                  <a:moveTo>
                    <a:pt x="407003" y="157479"/>
                  </a:moveTo>
                  <a:lnTo>
                    <a:pt x="389527" y="157479"/>
                  </a:lnTo>
                  <a:lnTo>
                    <a:pt x="387051" y="160019"/>
                  </a:lnTo>
                  <a:lnTo>
                    <a:pt x="374662" y="167639"/>
                  </a:lnTo>
                  <a:lnTo>
                    <a:pt x="371573" y="168909"/>
                  </a:lnTo>
                  <a:lnTo>
                    <a:pt x="367855" y="170179"/>
                  </a:lnTo>
                  <a:lnTo>
                    <a:pt x="364757" y="171449"/>
                  </a:lnTo>
                  <a:lnTo>
                    <a:pt x="344318" y="175259"/>
                  </a:lnTo>
                  <a:lnTo>
                    <a:pt x="336890" y="175259"/>
                  </a:lnTo>
                  <a:lnTo>
                    <a:pt x="330074" y="176529"/>
                  </a:lnTo>
                  <a:lnTo>
                    <a:pt x="322645" y="176529"/>
                  </a:lnTo>
                  <a:lnTo>
                    <a:pt x="315217" y="177799"/>
                  </a:lnTo>
                  <a:lnTo>
                    <a:pt x="314596" y="177799"/>
                  </a:lnTo>
                  <a:lnTo>
                    <a:pt x="318314" y="179069"/>
                  </a:lnTo>
                  <a:lnTo>
                    <a:pt x="321411" y="179069"/>
                  </a:lnTo>
                  <a:lnTo>
                    <a:pt x="325121" y="180339"/>
                  </a:lnTo>
                  <a:lnTo>
                    <a:pt x="331316" y="181609"/>
                  </a:lnTo>
                  <a:lnTo>
                    <a:pt x="334413" y="182879"/>
                  </a:lnTo>
                  <a:lnTo>
                    <a:pt x="352368" y="182879"/>
                  </a:lnTo>
                  <a:lnTo>
                    <a:pt x="364757" y="181609"/>
                  </a:lnTo>
                  <a:lnTo>
                    <a:pt x="400363" y="181609"/>
                  </a:lnTo>
                  <a:lnTo>
                    <a:pt x="402530" y="172719"/>
                  </a:lnTo>
                  <a:lnTo>
                    <a:pt x="405627" y="162559"/>
                  </a:lnTo>
                  <a:lnTo>
                    <a:pt x="407003" y="157479"/>
                  </a:lnTo>
                  <a:close/>
                </a:path>
                <a:path w="892175" h="580389">
                  <a:moveTo>
                    <a:pt x="307780" y="176529"/>
                  </a:moveTo>
                  <a:lnTo>
                    <a:pt x="311498" y="177799"/>
                  </a:lnTo>
                  <a:lnTo>
                    <a:pt x="315217" y="177799"/>
                  </a:lnTo>
                  <a:lnTo>
                    <a:pt x="307780" y="176529"/>
                  </a:lnTo>
                  <a:close/>
                </a:path>
                <a:path w="892175" h="580389">
                  <a:moveTo>
                    <a:pt x="566646" y="167639"/>
                  </a:moveTo>
                  <a:lnTo>
                    <a:pt x="527011" y="167639"/>
                  </a:lnTo>
                  <a:lnTo>
                    <a:pt x="544965" y="170179"/>
                  </a:lnTo>
                  <a:lnTo>
                    <a:pt x="552402" y="168909"/>
                  </a:lnTo>
                  <a:lnTo>
                    <a:pt x="559209" y="168909"/>
                  </a:lnTo>
                  <a:lnTo>
                    <a:pt x="566646" y="167639"/>
                  </a:lnTo>
                  <a:close/>
                </a:path>
                <a:path w="892175" h="580389">
                  <a:moveTo>
                    <a:pt x="645910" y="139699"/>
                  </a:moveTo>
                  <a:lnTo>
                    <a:pt x="639715" y="149859"/>
                  </a:lnTo>
                  <a:lnTo>
                    <a:pt x="634762" y="161289"/>
                  </a:lnTo>
                  <a:lnTo>
                    <a:pt x="661086" y="161289"/>
                  </a:lnTo>
                  <a:lnTo>
                    <a:pt x="660775" y="158749"/>
                  </a:lnTo>
                  <a:lnTo>
                    <a:pt x="662009" y="152399"/>
                  </a:lnTo>
                  <a:lnTo>
                    <a:pt x="661396" y="147319"/>
                  </a:lnTo>
                  <a:lnTo>
                    <a:pt x="658299" y="143509"/>
                  </a:lnTo>
                  <a:lnTo>
                    <a:pt x="654580" y="142239"/>
                  </a:lnTo>
                  <a:lnTo>
                    <a:pt x="645910" y="139699"/>
                  </a:lnTo>
                  <a:close/>
                </a:path>
                <a:path w="892175" h="580389">
                  <a:moveTo>
                    <a:pt x="310877" y="152399"/>
                  </a:moveTo>
                  <a:lnTo>
                    <a:pt x="322024" y="156209"/>
                  </a:lnTo>
                  <a:lnTo>
                    <a:pt x="330695" y="158749"/>
                  </a:lnTo>
                  <a:lnTo>
                    <a:pt x="338745" y="160019"/>
                  </a:lnTo>
                  <a:lnTo>
                    <a:pt x="356086" y="160019"/>
                  </a:lnTo>
                  <a:lnTo>
                    <a:pt x="364136" y="158749"/>
                  </a:lnTo>
                  <a:lnTo>
                    <a:pt x="372807" y="158749"/>
                  </a:lnTo>
                  <a:lnTo>
                    <a:pt x="380857" y="157479"/>
                  </a:lnTo>
                  <a:lnTo>
                    <a:pt x="407003" y="157479"/>
                  </a:lnTo>
                  <a:lnTo>
                    <a:pt x="408036" y="153669"/>
                  </a:lnTo>
                  <a:lnTo>
                    <a:pt x="322024" y="153669"/>
                  </a:lnTo>
                  <a:lnTo>
                    <a:pt x="310877" y="152399"/>
                  </a:lnTo>
                  <a:close/>
                </a:path>
                <a:path w="892175" h="580389">
                  <a:moveTo>
                    <a:pt x="600088" y="158749"/>
                  </a:moveTo>
                  <a:lnTo>
                    <a:pt x="518961" y="158749"/>
                  </a:lnTo>
                  <a:lnTo>
                    <a:pt x="504095" y="160019"/>
                  </a:lnTo>
                  <a:lnTo>
                    <a:pt x="606895" y="160019"/>
                  </a:lnTo>
                  <a:lnTo>
                    <a:pt x="600088" y="158749"/>
                  </a:lnTo>
                  <a:close/>
                </a:path>
                <a:path w="892175" h="580389">
                  <a:moveTo>
                    <a:pt x="580270" y="157479"/>
                  </a:moveTo>
                  <a:lnTo>
                    <a:pt x="533205" y="157479"/>
                  </a:lnTo>
                  <a:lnTo>
                    <a:pt x="526389" y="158749"/>
                  </a:lnTo>
                  <a:lnTo>
                    <a:pt x="587077" y="158749"/>
                  </a:lnTo>
                  <a:lnTo>
                    <a:pt x="580270" y="157479"/>
                  </a:lnTo>
                  <a:close/>
                </a:path>
                <a:path w="892175" h="580389">
                  <a:moveTo>
                    <a:pt x="411753" y="134619"/>
                  </a:moveTo>
                  <a:lnTo>
                    <a:pt x="393867" y="134619"/>
                  </a:lnTo>
                  <a:lnTo>
                    <a:pt x="385809" y="142239"/>
                  </a:lnTo>
                  <a:lnTo>
                    <a:pt x="376525" y="147319"/>
                  </a:lnTo>
                  <a:lnTo>
                    <a:pt x="366612" y="151129"/>
                  </a:lnTo>
                  <a:lnTo>
                    <a:pt x="344939" y="153669"/>
                  </a:lnTo>
                  <a:lnTo>
                    <a:pt x="408036" y="153669"/>
                  </a:lnTo>
                  <a:lnTo>
                    <a:pt x="408724" y="151129"/>
                  </a:lnTo>
                  <a:lnTo>
                    <a:pt x="411200" y="139699"/>
                  </a:lnTo>
                  <a:lnTo>
                    <a:pt x="411753" y="134619"/>
                  </a:lnTo>
                  <a:close/>
                </a:path>
                <a:path w="892175" h="580389">
                  <a:moveTo>
                    <a:pt x="385809" y="134619"/>
                  </a:moveTo>
                  <a:lnTo>
                    <a:pt x="356708" y="134619"/>
                  </a:lnTo>
                  <a:lnTo>
                    <a:pt x="364136" y="135889"/>
                  </a:lnTo>
                  <a:lnTo>
                    <a:pt x="370952" y="137159"/>
                  </a:lnTo>
                  <a:lnTo>
                    <a:pt x="374049" y="137159"/>
                  </a:lnTo>
                  <a:lnTo>
                    <a:pt x="380235" y="135889"/>
                  </a:lnTo>
                  <a:lnTo>
                    <a:pt x="382720" y="135889"/>
                  </a:lnTo>
                  <a:lnTo>
                    <a:pt x="385809" y="134619"/>
                  </a:lnTo>
                  <a:close/>
                </a:path>
                <a:path w="892175" h="580389">
                  <a:moveTo>
                    <a:pt x="320169" y="129539"/>
                  </a:moveTo>
                  <a:lnTo>
                    <a:pt x="313974" y="129539"/>
                  </a:lnTo>
                  <a:lnTo>
                    <a:pt x="320169" y="132079"/>
                  </a:lnTo>
                  <a:lnTo>
                    <a:pt x="327598" y="134619"/>
                  </a:lnTo>
                  <a:lnTo>
                    <a:pt x="334413" y="135889"/>
                  </a:lnTo>
                  <a:lnTo>
                    <a:pt x="341842" y="135889"/>
                  </a:lnTo>
                  <a:lnTo>
                    <a:pt x="349279" y="134619"/>
                  </a:lnTo>
                  <a:lnTo>
                    <a:pt x="411753" y="134619"/>
                  </a:lnTo>
                  <a:lnTo>
                    <a:pt x="412167" y="130809"/>
                  </a:lnTo>
                  <a:lnTo>
                    <a:pt x="332558" y="130809"/>
                  </a:lnTo>
                  <a:lnTo>
                    <a:pt x="320169" y="129539"/>
                  </a:lnTo>
                  <a:close/>
                </a:path>
                <a:path w="892175" h="580389">
                  <a:moveTo>
                    <a:pt x="411666" y="109219"/>
                  </a:moveTo>
                  <a:lnTo>
                    <a:pt x="396343" y="109219"/>
                  </a:lnTo>
                  <a:lnTo>
                    <a:pt x="398820" y="111759"/>
                  </a:lnTo>
                  <a:lnTo>
                    <a:pt x="399441" y="113029"/>
                  </a:lnTo>
                  <a:lnTo>
                    <a:pt x="399441" y="114299"/>
                  </a:lnTo>
                  <a:lnTo>
                    <a:pt x="395722" y="116839"/>
                  </a:lnTo>
                  <a:lnTo>
                    <a:pt x="391382" y="120649"/>
                  </a:lnTo>
                  <a:lnTo>
                    <a:pt x="387051" y="123189"/>
                  </a:lnTo>
                  <a:lnTo>
                    <a:pt x="377147" y="125729"/>
                  </a:lnTo>
                  <a:lnTo>
                    <a:pt x="362281" y="128269"/>
                  </a:lnTo>
                  <a:lnTo>
                    <a:pt x="356708" y="129539"/>
                  </a:lnTo>
                  <a:lnTo>
                    <a:pt x="344318" y="130809"/>
                  </a:lnTo>
                  <a:lnTo>
                    <a:pt x="412167" y="130809"/>
                  </a:lnTo>
                  <a:lnTo>
                    <a:pt x="412443" y="128269"/>
                  </a:lnTo>
                  <a:lnTo>
                    <a:pt x="413064" y="116839"/>
                  </a:lnTo>
                  <a:lnTo>
                    <a:pt x="411666" y="109219"/>
                  </a:lnTo>
                  <a:close/>
                </a:path>
                <a:path w="892175" h="580389">
                  <a:moveTo>
                    <a:pt x="325743" y="59689"/>
                  </a:moveTo>
                  <a:lnTo>
                    <a:pt x="324500" y="60959"/>
                  </a:lnTo>
                  <a:lnTo>
                    <a:pt x="331316" y="63499"/>
                  </a:lnTo>
                  <a:lnTo>
                    <a:pt x="338745" y="66039"/>
                  </a:lnTo>
                  <a:lnTo>
                    <a:pt x="346182" y="67309"/>
                  </a:lnTo>
                  <a:lnTo>
                    <a:pt x="353610" y="67309"/>
                  </a:lnTo>
                  <a:lnTo>
                    <a:pt x="361660" y="68579"/>
                  </a:lnTo>
                  <a:lnTo>
                    <a:pt x="369088" y="69849"/>
                  </a:lnTo>
                  <a:lnTo>
                    <a:pt x="384575" y="69849"/>
                  </a:lnTo>
                  <a:lnTo>
                    <a:pt x="386430" y="72389"/>
                  </a:lnTo>
                  <a:lnTo>
                    <a:pt x="387051" y="73659"/>
                  </a:lnTo>
                  <a:lnTo>
                    <a:pt x="387673" y="73659"/>
                  </a:lnTo>
                  <a:lnTo>
                    <a:pt x="386430" y="76199"/>
                  </a:lnTo>
                  <a:lnTo>
                    <a:pt x="377147" y="77469"/>
                  </a:lnTo>
                  <a:lnTo>
                    <a:pt x="367855" y="80009"/>
                  </a:lnTo>
                  <a:lnTo>
                    <a:pt x="339987" y="82549"/>
                  </a:lnTo>
                  <a:lnTo>
                    <a:pt x="330695" y="83819"/>
                  </a:lnTo>
                  <a:lnTo>
                    <a:pt x="313974" y="83819"/>
                  </a:lnTo>
                  <a:lnTo>
                    <a:pt x="314596" y="85089"/>
                  </a:lnTo>
                  <a:lnTo>
                    <a:pt x="354853" y="90169"/>
                  </a:lnTo>
                  <a:lnTo>
                    <a:pt x="395101" y="90169"/>
                  </a:lnTo>
                  <a:lnTo>
                    <a:pt x="395722" y="93979"/>
                  </a:lnTo>
                  <a:lnTo>
                    <a:pt x="377147" y="101599"/>
                  </a:lnTo>
                  <a:lnTo>
                    <a:pt x="367233" y="104139"/>
                  </a:lnTo>
                  <a:lnTo>
                    <a:pt x="346794" y="106679"/>
                  </a:lnTo>
                  <a:lnTo>
                    <a:pt x="313353" y="106679"/>
                  </a:lnTo>
                  <a:lnTo>
                    <a:pt x="313353" y="107949"/>
                  </a:lnTo>
                  <a:lnTo>
                    <a:pt x="318927" y="109219"/>
                  </a:lnTo>
                  <a:lnTo>
                    <a:pt x="331316" y="111759"/>
                  </a:lnTo>
                  <a:lnTo>
                    <a:pt x="362281" y="111759"/>
                  </a:lnTo>
                  <a:lnTo>
                    <a:pt x="370952" y="113029"/>
                  </a:lnTo>
                  <a:lnTo>
                    <a:pt x="379623" y="113029"/>
                  </a:lnTo>
                  <a:lnTo>
                    <a:pt x="388294" y="111759"/>
                  </a:lnTo>
                  <a:lnTo>
                    <a:pt x="392004" y="110489"/>
                  </a:lnTo>
                  <a:lnTo>
                    <a:pt x="396343" y="109219"/>
                  </a:lnTo>
                  <a:lnTo>
                    <a:pt x="411666" y="109219"/>
                  </a:lnTo>
                  <a:lnTo>
                    <a:pt x="411200" y="106679"/>
                  </a:lnTo>
                  <a:lnTo>
                    <a:pt x="408103" y="95249"/>
                  </a:lnTo>
                  <a:lnTo>
                    <a:pt x="405627" y="83819"/>
                  </a:lnTo>
                  <a:lnTo>
                    <a:pt x="401296" y="74929"/>
                  </a:lnTo>
                  <a:lnTo>
                    <a:pt x="396343" y="66039"/>
                  </a:lnTo>
                  <a:lnTo>
                    <a:pt x="394716" y="62229"/>
                  </a:lnTo>
                  <a:lnTo>
                    <a:pt x="344318" y="62229"/>
                  </a:lnTo>
                  <a:lnTo>
                    <a:pt x="338132" y="60959"/>
                  </a:lnTo>
                  <a:lnTo>
                    <a:pt x="331937" y="60959"/>
                  </a:lnTo>
                  <a:lnTo>
                    <a:pt x="325743" y="59689"/>
                  </a:lnTo>
                  <a:close/>
                </a:path>
                <a:path w="892175" h="580389">
                  <a:moveTo>
                    <a:pt x="314596" y="105409"/>
                  </a:moveTo>
                  <a:lnTo>
                    <a:pt x="314596" y="106679"/>
                  </a:lnTo>
                  <a:lnTo>
                    <a:pt x="325121" y="106679"/>
                  </a:lnTo>
                  <a:lnTo>
                    <a:pt x="314596" y="105409"/>
                  </a:lnTo>
                  <a:close/>
                </a:path>
                <a:path w="892175" h="580389">
                  <a:moveTo>
                    <a:pt x="395101" y="90169"/>
                  </a:moveTo>
                  <a:lnTo>
                    <a:pt x="365378" y="90169"/>
                  </a:lnTo>
                  <a:lnTo>
                    <a:pt x="375283" y="91439"/>
                  </a:lnTo>
                  <a:lnTo>
                    <a:pt x="385196" y="91439"/>
                  </a:lnTo>
                  <a:lnTo>
                    <a:pt x="395101" y="90169"/>
                  </a:lnTo>
                  <a:close/>
                </a:path>
                <a:path w="892175" h="580389">
                  <a:moveTo>
                    <a:pt x="321411" y="82549"/>
                  </a:moveTo>
                  <a:lnTo>
                    <a:pt x="312119" y="82549"/>
                  </a:lnTo>
                  <a:lnTo>
                    <a:pt x="312741" y="83819"/>
                  </a:lnTo>
                  <a:lnTo>
                    <a:pt x="330695" y="83819"/>
                  </a:lnTo>
                  <a:lnTo>
                    <a:pt x="321411" y="82549"/>
                  </a:lnTo>
                  <a:close/>
                </a:path>
                <a:path w="892175" h="580389">
                  <a:moveTo>
                    <a:pt x="332558" y="10159"/>
                  </a:moveTo>
                  <a:lnTo>
                    <a:pt x="270629" y="10159"/>
                  </a:lnTo>
                  <a:lnTo>
                    <a:pt x="294156" y="12699"/>
                  </a:lnTo>
                  <a:lnTo>
                    <a:pt x="297875" y="13969"/>
                  </a:lnTo>
                  <a:lnTo>
                    <a:pt x="305303" y="15239"/>
                  </a:lnTo>
                  <a:lnTo>
                    <a:pt x="313974" y="15239"/>
                  </a:lnTo>
                  <a:lnTo>
                    <a:pt x="317693" y="16509"/>
                  </a:lnTo>
                  <a:lnTo>
                    <a:pt x="320790" y="17779"/>
                  </a:lnTo>
                  <a:lnTo>
                    <a:pt x="323888" y="20319"/>
                  </a:lnTo>
                  <a:lnTo>
                    <a:pt x="283009" y="20319"/>
                  </a:lnTo>
                  <a:lnTo>
                    <a:pt x="292301" y="22859"/>
                  </a:lnTo>
                  <a:lnTo>
                    <a:pt x="302206" y="24129"/>
                  </a:lnTo>
                  <a:lnTo>
                    <a:pt x="322645" y="24129"/>
                  </a:lnTo>
                  <a:lnTo>
                    <a:pt x="332558" y="25399"/>
                  </a:lnTo>
                  <a:lnTo>
                    <a:pt x="341842" y="27939"/>
                  </a:lnTo>
                  <a:lnTo>
                    <a:pt x="349892" y="31749"/>
                  </a:lnTo>
                  <a:lnTo>
                    <a:pt x="356708" y="39369"/>
                  </a:lnTo>
                  <a:lnTo>
                    <a:pt x="348037" y="40639"/>
                  </a:lnTo>
                  <a:lnTo>
                    <a:pt x="321411" y="40639"/>
                  </a:lnTo>
                  <a:lnTo>
                    <a:pt x="321411" y="41909"/>
                  </a:lnTo>
                  <a:lnTo>
                    <a:pt x="341842" y="45719"/>
                  </a:lnTo>
                  <a:lnTo>
                    <a:pt x="349279" y="46989"/>
                  </a:lnTo>
                  <a:lnTo>
                    <a:pt x="356086" y="46989"/>
                  </a:lnTo>
                  <a:lnTo>
                    <a:pt x="363515" y="49529"/>
                  </a:lnTo>
                  <a:lnTo>
                    <a:pt x="369710" y="50799"/>
                  </a:lnTo>
                  <a:lnTo>
                    <a:pt x="375904" y="54609"/>
                  </a:lnTo>
                  <a:lnTo>
                    <a:pt x="376525" y="55879"/>
                  </a:lnTo>
                  <a:lnTo>
                    <a:pt x="374662" y="58419"/>
                  </a:lnTo>
                  <a:lnTo>
                    <a:pt x="368476" y="59689"/>
                  </a:lnTo>
                  <a:lnTo>
                    <a:pt x="356086" y="60959"/>
                  </a:lnTo>
                  <a:lnTo>
                    <a:pt x="350513" y="60959"/>
                  </a:lnTo>
                  <a:lnTo>
                    <a:pt x="344318" y="62229"/>
                  </a:lnTo>
                  <a:lnTo>
                    <a:pt x="394716" y="62229"/>
                  </a:lnTo>
                  <a:lnTo>
                    <a:pt x="392004" y="55879"/>
                  </a:lnTo>
                  <a:lnTo>
                    <a:pt x="385196" y="48259"/>
                  </a:lnTo>
                  <a:lnTo>
                    <a:pt x="378297" y="40639"/>
                  </a:lnTo>
                  <a:lnTo>
                    <a:pt x="335647" y="40639"/>
                  </a:lnTo>
                  <a:lnTo>
                    <a:pt x="322645" y="39369"/>
                  </a:lnTo>
                  <a:lnTo>
                    <a:pt x="377147" y="39369"/>
                  </a:lnTo>
                  <a:lnTo>
                    <a:pt x="369088" y="31749"/>
                  </a:lnTo>
                  <a:lnTo>
                    <a:pt x="360426" y="25399"/>
                  </a:lnTo>
                  <a:lnTo>
                    <a:pt x="341842" y="13969"/>
                  </a:lnTo>
                  <a:lnTo>
                    <a:pt x="332558" y="101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89486" y="4290849"/>
              <a:ext cx="68116" cy="8162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010510" y="4354410"/>
              <a:ext cx="119380" cy="52705"/>
            </a:xfrm>
            <a:custGeom>
              <a:avLst/>
              <a:gdLst/>
              <a:ahLst/>
              <a:cxnLst/>
              <a:rect l="l" t="t" r="r" b="b"/>
              <a:pathLst>
                <a:path w="119379" h="52704">
                  <a:moveTo>
                    <a:pt x="99695" y="1244"/>
                  </a:moveTo>
                  <a:lnTo>
                    <a:pt x="92887" y="0"/>
                  </a:lnTo>
                  <a:lnTo>
                    <a:pt x="85458" y="0"/>
                  </a:lnTo>
                  <a:lnTo>
                    <a:pt x="78651" y="622"/>
                  </a:lnTo>
                  <a:lnTo>
                    <a:pt x="71831" y="1866"/>
                  </a:lnTo>
                  <a:lnTo>
                    <a:pt x="65633" y="3733"/>
                  </a:lnTo>
                  <a:lnTo>
                    <a:pt x="58826" y="6858"/>
                  </a:lnTo>
                  <a:lnTo>
                    <a:pt x="52628" y="9347"/>
                  </a:lnTo>
                  <a:lnTo>
                    <a:pt x="47066" y="12458"/>
                  </a:lnTo>
                  <a:lnTo>
                    <a:pt x="51396" y="11836"/>
                  </a:lnTo>
                  <a:lnTo>
                    <a:pt x="74307" y="8102"/>
                  </a:lnTo>
                  <a:lnTo>
                    <a:pt x="78651" y="8102"/>
                  </a:lnTo>
                  <a:lnTo>
                    <a:pt x="81127" y="6235"/>
                  </a:lnTo>
                  <a:lnTo>
                    <a:pt x="84213" y="5613"/>
                  </a:lnTo>
                  <a:lnTo>
                    <a:pt x="86690" y="4978"/>
                  </a:lnTo>
                  <a:lnTo>
                    <a:pt x="92887" y="4978"/>
                  </a:lnTo>
                  <a:lnTo>
                    <a:pt x="95364" y="4356"/>
                  </a:lnTo>
                  <a:lnTo>
                    <a:pt x="97840" y="3111"/>
                  </a:lnTo>
                  <a:lnTo>
                    <a:pt x="99695" y="1244"/>
                  </a:lnTo>
                  <a:close/>
                </a:path>
                <a:path w="119379" h="52704">
                  <a:moveTo>
                    <a:pt x="105892" y="12458"/>
                  </a:moveTo>
                  <a:lnTo>
                    <a:pt x="95364" y="13703"/>
                  </a:lnTo>
                  <a:lnTo>
                    <a:pt x="74930" y="17437"/>
                  </a:lnTo>
                  <a:lnTo>
                    <a:pt x="65011" y="19939"/>
                  </a:lnTo>
                  <a:lnTo>
                    <a:pt x="55105" y="21805"/>
                  </a:lnTo>
                  <a:lnTo>
                    <a:pt x="44589" y="24295"/>
                  </a:lnTo>
                  <a:lnTo>
                    <a:pt x="24142" y="28041"/>
                  </a:lnTo>
                  <a:lnTo>
                    <a:pt x="8039" y="36144"/>
                  </a:lnTo>
                  <a:lnTo>
                    <a:pt x="60680" y="26797"/>
                  </a:lnTo>
                  <a:lnTo>
                    <a:pt x="70586" y="24295"/>
                  </a:lnTo>
                  <a:lnTo>
                    <a:pt x="91643" y="20561"/>
                  </a:lnTo>
                  <a:lnTo>
                    <a:pt x="95364" y="18694"/>
                  </a:lnTo>
                  <a:lnTo>
                    <a:pt x="99695" y="16814"/>
                  </a:lnTo>
                  <a:lnTo>
                    <a:pt x="103416" y="14947"/>
                  </a:lnTo>
                  <a:lnTo>
                    <a:pt x="105892" y="12458"/>
                  </a:lnTo>
                  <a:close/>
                </a:path>
                <a:path w="119379" h="52704">
                  <a:moveTo>
                    <a:pt x="118897" y="27419"/>
                  </a:moveTo>
                  <a:lnTo>
                    <a:pt x="117665" y="26797"/>
                  </a:lnTo>
                  <a:lnTo>
                    <a:pt x="110223" y="27419"/>
                  </a:lnTo>
                  <a:lnTo>
                    <a:pt x="72453" y="33642"/>
                  </a:lnTo>
                  <a:lnTo>
                    <a:pt x="43345" y="41122"/>
                  </a:lnTo>
                  <a:lnTo>
                    <a:pt x="0" y="52336"/>
                  </a:lnTo>
                  <a:lnTo>
                    <a:pt x="15468" y="52336"/>
                  </a:lnTo>
                  <a:lnTo>
                    <a:pt x="38392" y="50469"/>
                  </a:lnTo>
                  <a:lnTo>
                    <a:pt x="53873" y="47980"/>
                  </a:lnTo>
                  <a:lnTo>
                    <a:pt x="61302" y="46101"/>
                  </a:lnTo>
                  <a:lnTo>
                    <a:pt x="68732" y="44856"/>
                  </a:lnTo>
                  <a:lnTo>
                    <a:pt x="75552" y="42989"/>
                  </a:lnTo>
                  <a:lnTo>
                    <a:pt x="82981" y="40500"/>
                  </a:lnTo>
                  <a:lnTo>
                    <a:pt x="90411" y="38633"/>
                  </a:lnTo>
                  <a:lnTo>
                    <a:pt x="97218" y="36144"/>
                  </a:lnTo>
                  <a:lnTo>
                    <a:pt x="104648" y="34264"/>
                  </a:lnTo>
                  <a:lnTo>
                    <a:pt x="112090" y="31775"/>
                  </a:lnTo>
                  <a:lnTo>
                    <a:pt x="118897" y="29286"/>
                  </a:lnTo>
                  <a:lnTo>
                    <a:pt x="118897" y="274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378364" y="4391166"/>
              <a:ext cx="91440" cy="23495"/>
            </a:xfrm>
            <a:custGeom>
              <a:avLst/>
              <a:gdLst/>
              <a:ahLst/>
              <a:cxnLst/>
              <a:rect l="l" t="t" r="r" b="b"/>
              <a:pathLst>
                <a:path w="91440" h="23495">
                  <a:moveTo>
                    <a:pt x="91031" y="0"/>
                  </a:moveTo>
                  <a:lnTo>
                    <a:pt x="80505" y="0"/>
                  </a:lnTo>
                  <a:lnTo>
                    <a:pt x="49540" y="1868"/>
                  </a:lnTo>
                  <a:lnTo>
                    <a:pt x="8670" y="9966"/>
                  </a:lnTo>
                  <a:lnTo>
                    <a:pt x="0" y="18687"/>
                  </a:lnTo>
                  <a:lnTo>
                    <a:pt x="1854" y="20565"/>
                  </a:lnTo>
                  <a:lnTo>
                    <a:pt x="4331" y="22433"/>
                  </a:lnTo>
                  <a:lnTo>
                    <a:pt x="6807" y="23056"/>
                  </a:lnTo>
                  <a:lnTo>
                    <a:pt x="12380" y="23056"/>
                  </a:lnTo>
                  <a:lnTo>
                    <a:pt x="15478" y="22433"/>
                  </a:lnTo>
                  <a:lnTo>
                    <a:pt x="17954" y="22433"/>
                  </a:lnTo>
                  <a:lnTo>
                    <a:pt x="20439" y="21810"/>
                  </a:lnTo>
                  <a:lnTo>
                    <a:pt x="25391" y="19310"/>
                  </a:lnTo>
                  <a:lnTo>
                    <a:pt x="30343" y="17441"/>
                  </a:lnTo>
                  <a:lnTo>
                    <a:pt x="53259" y="12458"/>
                  </a:lnTo>
                  <a:lnTo>
                    <a:pt x="64406" y="9966"/>
                  </a:lnTo>
                  <a:lnTo>
                    <a:pt x="67503" y="8720"/>
                  </a:lnTo>
                  <a:lnTo>
                    <a:pt x="71213" y="7475"/>
                  </a:lnTo>
                  <a:lnTo>
                    <a:pt x="74310" y="6852"/>
                  </a:lnTo>
                  <a:lnTo>
                    <a:pt x="77408" y="5606"/>
                  </a:lnTo>
                  <a:lnTo>
                    <a:pt x="91031" y="3114"/>
                  </a:lnTo>
                  <a:lnTo>
                    <a:pt x="910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001836" y="4396777"/>
              <a:ext cx="182245" cy="46355"/>
            </a:xfrm>
            <a:custGeom>
              <a:avLst/>
              <a:gdLst/>
              <a:ahLst/>
              <a:cxnLst/>
              <a:rect l="l" t="t" r="r" b="b"/>
              <a:pathLst>
                <a:path w="182245" h="46354">
                  <a:moveTo>
                    <a:pt x="143662" y="622"/>
                  </a:moveTo>
                  <a:lnTo>
                    <a:pt x="137477" y="0"/>
                  </a:lnTo>
                  <a:lnTo>
                    <a:pt x="131292" y="622"/>
                  </a:lnTo>
                  <a:lnTo>
                    <a:pt x="119519" y="3111"/>
                  </a:lnTo>
                  <a:lnTo>
                    <a:pt x="113944" y="4978"/>
                  </a:lnTo>
                  <a:lnTo>
                    <a:pt x="107746" y="6858"/>
                  </a:lnTo>
                  <a:lnTo>
                    <a:pt x="95364" y="8102"/>
                  </a:lnTo>
                  <a:lnTo>
                    <a:pt x="82981" y="10591"/>
                  </a:lnTo>
                  <a:lnTo>
                    <a:pt x="71208" y="12458"/>
                  </a:lnTo>
                  <a:lnTo>
                    <a:pt x="58826" y="14960"/>
                  </a:lnTo>
                  <a:lnTo>
                    <a:pt x="47066" y="16827"/>
                  </a:lnTo>
                  <a:lnTo>
                    <a:pt x="11150" y="24307"/>
                  </a:lnTo>
                  <a:lnTo>
                    <a:pt x="0" y="27419"/>
                  </a:lnTo>
                  <a:lnTo>
                    <a:pt x="5575" y="28663"/>
                  </a:lnTo>
                  <a:lnTo>
                    <a:pt x="17957" y="28663"/>
                  </a:lnTo>
                  <a:lnTo>
                    <a:pt x="37769" y="26797"/>
                  </a:lnTo>
                  <a:lnTo>
                    <a:pt x="43967" y="25552"/>
                  </a:lnTo>
                  <a:lnTo>
                    <a:pt x="50165" y="24930"/>
                  </a:lnTo>
                  <a:lnTo>
                    <a:pt x="74307" y="19939"/>
                  </a:lnTo>
                  <a:lnTo>
                    <a:pt x="86080" y="18072"/>
                  </a:lnTo>
                  <a:lnTo>
                    <a:pt x="97840" y="15582"/>
                  </a:lnTo>
                  <a:lnTo>
                    <a:pt x="121373" y="9347"/>
                  </a:lnTo>
                  <a:lnTo>
                    <a:pt x="132524" y="5613"/>
                  </a:lnTo>
                  <a:lnTo>
                    <a:pt x="143662" y="622"/>
                  </a:lnTo>
                  <a:close/>
                </a:path>
                <a:path w="182245" h="46354">
                  <a:moveTo>
                    <a:pt x="182067" y="9969"/>
                  </a:moveTo>
                  <a:lnTo>
                    <a:pt x="180200" y="8102"/>
                  </a:lnTo>
                  <a:lnTo>
                    <a:pt x="163487" y="10591"/>
                  </a:lnTo>
                  <a:lnTo>
                    <a:pt x="155435" y="12458"/>
                  </a:lnTo>
                  <a:lnTo>
                    <a:pt x="147383" y="13703"/>
                  </a:lnTo>
                  <a:lnTo>
                    <a:pt x="138709" y="15582"/>
                  </a:lnTo>
                  <a:lnTo>
                    <a:pt x="89801" y="26797"/>
                  </a:lnTo>
                  <a:lnTo>
                    <a:pt x="73685" y="30530"/>
                  </a:lnTo>
                  <a:lnTo>
                    <a:pt x="65633" y="31775"/>
                  </a:lnTo>
                  <a:lnTo>
                    <a:pt x="57594" y="33642"/>
                  </a:lnTo>
                  <a:lnTo>
                    <a:pt x="49542" y="34899"/>
                  </a:lnTo>
                  <a:lnTo>
                    <a:pt x="43345" y="36144"/>
                  </a:lnTo>
                  <a:lnTo>
                    <a:pt x="30340" y="37388"/>
                  </a:lnTo>
                  <a:lnTo>
                    <a:pt x="24142" y="37388"/>
                  </a:lnTo>
                  <a:lnTo>
                    <a:pt x="6197" y="39255"/>
                  </a:lnTo>
                  <a:lnTo>
                    <a:pt x="0" y="41122"/>
                  </a:lnTo>
                  <a:lnTo>
                    <a:pt x="10528" y="44234"/>
                  </a:lnTo>
                  <a:lnTo>
                    <a:pt x="21056" y="46113"/>
                  </a:lnTo>
                  <a:lnTo>
                    <a:pt x="31572" y="46113"/>
                  </a:lnTo>
                  <a:lnTo>
                    <a:pt x="53873" y="43611"/>
                  </a:lnTo>
                  <a:lnTo>
                    <a:pt x="86080" y="38011"/>
                  </a:lnTo>
                  <a:lnTo>
                    <a:pt x="98463" y="36144"/>
                  </a:lnTo>
                  <a:lnTo>
                    <a:pt x="123240" y="31153"/>
                  </a:lnTo>
                  <a:lnTo>
                    <a:pt x="135623" y="28041"/>
                  </a:lnTo>
                  <a:lnTo>
                    <a:pt x="170929" y="16827"/>
                  </a:lnTo>
                  <a:lnTo>
                    <a:pt x="182067" y="11836"/>
                  </a:lnTo>
                  <a:lnTo>
                    <a:pt x="182067" y="99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363494" y="4414850"/>
              <a:ext cx="331470" cy="59055"/>
            </a:xfrm>
            <a:custGeom>
              <a:avLst/>
              <a:gdLst/>
              <a:ahLst/>
              <a:cxnLst/>
              <a:rect l="l" t="t" r="r" b="b"/>
              <a:pathLst>
                <a:path w="331470" h="59054">
                  <a:moveTo>
                    <a:pt x="94754" y="1244"/>
                  </a:moveTo>
                  <a:lnTo>
                    <a:pt x="85471" y="0"/>
                  </a:lnTo>
                  <a:lnTo>
                    <a:pt x="66255" y="0"/>
                  </a:lnTo>
                  <a:lnTo>
                    <a:pt x="56349" y="622"/>
                  </a:lnTo>
                  <a:lnTo>
                    <a:pt x="36537" y="3111"/>
                  </a:lnTo>
                  <a:lnTo>
                    <a:pt x="17957" y="6858"/>
                  </a:lnTo>
                  <a:lnTo>
                    <a:pt x="15481" y="8724"/>
                  </a:lnTo>
                  <a:lnTo>
                    <a:pt x="6197" y="12458"/>
                  </a:lnTo>
                  <a:lnTo>
                    <a:pt x="1244" y="16192"/>
                  </a:lnTo>
                  <a:lnTo>
                    <a:pt x="0" y="18694"/>
                  </a:lnTo>
                  <a:lnTo>
                    <a:pt x="0" y="21805"/>
                  </a:lnTo>
                  <a:lnTo>
                    <a:pt x="12382" y="20561"/>
                  </a:lnTo>
                  <a:lnTo>
                    <a:pt x="24155" y="18694"/>
                  </a:lnTo>
                  <a:lnTo>
                    <a:pt x="35915" y="16192"/>
                  </a:lnTo>
                  <a:lnTo>
                    <a:pt x="59448" y="9969"/>
                  </a:lnTo>
                  <a:lnTo>
                    <a:pt x="82372" y="4991"/>
                  </a:lnTo>
                  <a:lnTo>
                    <a:pt x="94754" y="3111"/>
                  </a:lnTo>
                  <a:lnTo>
                    <a:pt x="94754" y="1244"/>
                  </a:lnTo>
                  <a:close/>
                </a:path>
                <a:path w="331470" h="59054">
                  <a:moveTo>
                    <a:pt x="331317" y="58559"/>
                  </a:moveTo>
                  <a:lnTo>
                    <a:pt x="330695" y="56692"/>
                  </a:lnTo>
                  <a:lnTo>
                    <a:pt x="330695" y="54203"/>
                  </a:lnTo>
                  <a:lnTo>
                    <a:pt x="330073" y="51714"/>
                  </a:lnTo>
                  <a:lnTo>
                    <a:pt x="295389" y="28041"/>
                  </a:lnTo>
                  <a:lnTo>
                    <a:pt x="276199" y="21183"/>
                  </a:lnTo>
                  <a:lnTo>
                    <a:pt x="257619" y="14947"/>
                  </a:lnTo>
                  <a:lnTo>
                    <a:pt x="257619" y="16192"/>
                  </a:lnTo>
                  <a:lnTo>
                    <a:pt x="263817" y="18072"/>
                  </a:lnTo>
                  <a:lnTo>
                    <a:pt x="269392" y="19939"/>
                  </a:lnTo>
                  <a:lnTo>
                    <a:pt x="274967" y="22428"/>
                  </a:lnTo>
                  <a:lnTo>
                    <a:pt x="286118" y="28663"/>
                  </a:lnTo>
                  <a:lnTo>
                    <a:pt x="291058" y="31775"/>
                  </a:lnTo>
                  <a:lnTo>
                    <a:pt x="296633" y="34899"/>
                  </a:lnTo>
                  <a:lnTo>
                    <a:pt x="302209" y="37388"/>
                  </a:lnTo>
                  <a:lnTo>
                    <a:pt x="305930" y="39878"/>
                  </a:lnTo>
                  <a:lnTo>
                    <a:pt x="313359" y="46113"/>
                  </a:lnTo>
                  <a:lnTo>
                    <a:pt x="317080" y="48602"/>
                  </a:lnTo>
                  <a:lnTo>
                    <a:pt x="320179" y="51714"/>
                  </a:lnTo>
                  <a:lnTo>
                    <a:pt x="327596" y="56692"/>
                  </a:lnTo>
                  <a:lnTo>
                    <a:pt x="331317" y="585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793272" y="4433533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0"/>
                  </a:moveTo>
                  <a:lnTo>
                    <a:pt x="0" y="1245"/>
                  </a:lnTo>
                  <a:lnTo>
                    <a:pt x="603" y="3114"/>
                  </a:lnTo>
                  <a:lnTo>
                    <a:pt x="1898" y="3737"/>
                  </a:lnTo>
                  <a:lnTo>
                    <a:pt x="3709" y="4360"/>
                  </a:lnTo>
                  <a:lnTo>
                    <a:pt x="4313" y="2491"/>
                  </a:lnTo>
                  <a:lnTo>
                    <a:pt x="3105" y="1245"/>
                  </a:lnTo>
                  <a:lnTo>
                    <a:pt x="1207" y="6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339961" y="4434789"/>
              <a:ext cx="353695" cy="68580"/>
            </a:xfrm>
            <a:custGeom>
              <a:avLst/>
              <a:gdLst/>
              <a:ahLst/>
              <a:cxnLst/>
              <a:rect l="l" t="t" r="r" b="b"/>
              <a:pathLst>
                <a:path w="353695" h="68579">
                  <a:moveTo>
                    <a:pt x="105283" y="1866"/>
                  </a:moveTo>
                  <a:lnTo>
                    <a:pt x="104038" y="1244"/>
                  </a:lnTo>
                  <a:lnTo>
                    <a:pt x="100330" y="1244"/>
                  </a:lnTo>
                  <a:lnTo>
                    <a:pt x="89179" y="3111"/>
                  </a:lnTo>
                  <a:lnTo>
                    <a:pt x="65646" y="4356"/>
                  </a:lnTo>
                  <a:lnTo>
                    <a:pt x="20434" y="12458"/>
                  </a:lnTo>
                  <a:lnTo>
                    <a:pt x="6807" y="22428"/>
                  </a:lnTo>
                  <a:lnTo>
                    <a:pt x="6807" y="25539"/>
                  </a:lnTo>
                  <a:lnTo>
                    <a:pt x="9283" y="27419"/>
                  </a:lnTo>
                  <a:lnTo>
                    <a:pt x="32207" y="21183"/>
                  </a:lnTo>
                  <a:lnTo>
                    <a:pt x="43967" y="17449"/>
                  </a:lnTo>
                  <a:lnTo>
                    <a:pt x="79273" y="8102"/>
                  </a:lnTo>
                  <a:lnTo>
                    <a:pt x="91655" y="5600"/>
                  </a:lnTo>
                  <a:lnTo>
                    <a:pt x="104038" y="3733"/>
                  </a:lnTo>
                  <a:lnTo>
                    <a:pt x="104038" y="3111"/>
                  </a:lnTo>
                  <a:lnTo>
                    <a:pt x="104660" y="3111"/>
                  </a:lnTo>
                  <a:lnTo>
                    <a:pt x="105283" y="2489"/>
                  </a:lnTo>
                  <a:lnTo>
                    <a:pt x="105283" y="1866"/>
                  </a:lnTo>
                  <a:close/>
                </a:path>
                <a:path w="353695" h="68579">
                  <a:moveTo>
                    <a:pt x="105905" y="37998"/>
                  </a:moveTo>
                  <a:lnTo>
                    <a:pt x="95364" y="36753"/>
                  </a:lnTo>
                  <a:lnTo>
                    <a:pt x="88557" y="38620"/>
                  </a:lnTo>
                  <a:lnTo>
                    <a:pt x="74320" y="41122"/>
                  </a:lnTo>
                  <a:lnTo>
                    <a:pt x="47066" y="46113"/>
                  </a:lnTo>
                  <a:lnTo>
                    <a:pt x="40246" y="47980"/>
                  </a:lnTo>
                  <a:lnTo>
                    <a:pt x="35306" y="49847"/>
                  </a:lnTo>
                  <a:lnTo>
                    <a:pt x="19824" y="53581"/>
                  </a:lnTo>
                  <a:lnTo>
                    <a:pt x="14859" y="55448"/>
                  </a:lnTo>
                  <a:lnTo>
                    <a:pt x="10528" y="58572"/>
                  </a:lnTo>
                  <a:lnTo>
                    <a:pt x="7429" y="62306"/>
                  </a:lnTo>
                  <a:lnTo>
                    <a:pt x="4953" y="67284"/>
                  </a:lnTo>
                  <a:lnTo>
                    <a:pt x="9283" y="68541"/>
                  </a:lnTo>
                  <a:lnTo>
                    <a:pt x="13004" y="67906"/>
                  </a:lnTo>
                  <a:lnTo>
                    <a:pt x="17335" y="66662"/>
                  </a:lnTo>
                  <a:lnTo>
                    <a:pt x="22301" y="66662"/>
                  </a:lnTo>
                  <a:lnTo>
                    <a:pt x="26009" y="64795"/>
                  </a:lnTo>
                  <a:lnTo>
                    <a:pt x="29730" y="63550"/>
                  </a:lnTo>
                  <a:lnTo>
                    <a:pt x="34061" y="62306"/>
                  </a:lnTo>
                  <a:lnTo>
                    <a:pt x="37782" y="60439"/>
                  </a:lnTo>
                  <a:lnTo>
                    <a:pt x="46443" y="57327"/>
                  </a:lnTo>
                  <a:lnTo>
                    <a:pt x="55118" y="54825"/>
                  </a:lnTo>
                  <a:lnTo>
                    <a:pt x="63169" y="51714"/>
                  </a:lnTo>
                  <a:lnTo>
                    <a:pt x="71843" y="48602"/>
                  </a:lnTo>
                  <a:lnTo>
                    <a:pt x="80505" y="46113"/>
                  </a:lnTo>
                  <a:lnTo>
                    <a:pt x="88557" y="43002"/>
                  </a:lnTo>
                  <a:lnTo>
                    <a:pt x="105905" y="37998"/>
                  </a:lnTo>
                  <a:close/>
                </a:path>
                <a:path w="353695" h="68579">
                  <a:moveTo>
                    <a:pt x="110858" y="18694"/>
                  </a:moveTo>
                  <a:lnTo>
                    <a:pt x="61925" y="23050"/>
                  </a:lnTo>
                  <a:lnTo>
                    <a:pt x="54495" y="23050"/>
                  </a:lnTo>
                  <a:lnTo>
                    <a:pt x="40246" y="26797"/>
                  </a:lnTo>
                  <a:lnTo>
                    <a:pt x="0" y="42367"/>
                  </a:lnTo>
                  <a:lnTo>
                    <a:pt x="0" y="46113"/>
                  </a:lnTo>
                  <a:lnTo>
                    <a:pt x="622" y="48602"/>
                  </a:lnTo>
                  <a:lnTo>
                    <a:pt x="1231" y="50469"/>
                  </a:lnTo>
                  <a:lnTo>
                    <a:pt x="5575" y="50469"/>
                  </a:lnTo>
                  <a:lnTo>
                    <a:pt x="7429" y="49225"/>
                  </a:lnTo>
                  <a:lnTo>
                    <a:pt x="16103" y="46736"/>
                  </a:lnTo>
                  <a:lnTo>
                    <a:pt x="22301" y="44246"/>
                  </a:lnTo>
                  <a:lnTo>
                    <a:pt x="34683" y="40500"/>
                  </a:lnTo>
                  <a:lnTo>
                    <a:pt x="40868" y="39255"/>
                  </a:lnTo>
                  <a:lnTo>
                    <a:pt x="47066" y="37376"/>
                  </a:lnTo>
                  <a:lnTo>
                    <a:pt x="53263" y="36131"/>
                  </a:lnTo>
                  <a:lnTo>
                    <a:pt x="60071" y="34264"/>
                  </a:lnTo>
                  <a:lnTo>
                    <a:pt x="66268" y="33020"/>
                  </a:lnTo>
                  <a:lnTo>
                    <a:pt x="72453" y="31153"/>
                  </a:lnTo>
                  <a:lnTo>
                    <a:pt x="79273" y="29908"/>
                  </a:lnTo>
                  <a:lnTo>
                    <a:pt x="98463" y="24295"/>
                  </a:lnTo>
                  <a:lnTo>
                    <a:pt x="110858" y="20561"/>
                  </a:lnTo>
                  <a:lnTo>
                    <a:pt x="110858" y="18694"/>
                  </a:lnTo>
                  <a:close/>
                </a:path>
                <a:path w="353695" h="68579">
                  <a:moveTo>
                    <a:pt x="353606" y="9347"/>
                  </a:moveTo>
                  <a:lnTo>
                    <a:pt x="350520" y="6223"/>
                  </a:lnTo>
                  <a:lnTo>
                    <a:pt x="346189" y="3733"/>
                  </a:lnTo>
                  <a:lnTo>
                    <a:pt x="341223" y="1866"/>
                  </a:lnTo>
                  <a:lnTo>
                    <a:pt x="336892" y="0"/>
                  </a:lnTo>
                  <a:lnTo>
                    <a:pt x="339991" y="3111"/>
                  </a:lnTo>
                  <a:lnTo>
                    <a:pt x="343712" y="5600"/>
                  </a:lnTo>
                  <a:lnTo>
                    <a:pt x="348043" y="8102"/>
                  </a:lnTo>
                  <a:lnTo>
                    <a:pt x="352374" y="11214"/>
                  </a:lnTo>
                  <a:lnTo>
                    <a:pt x="353606" y="93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593872" y="4483391"/>
              <a:ext cx="41275" cy="21590"/>
            </a:xfrm>
            <a:custGeom>
              <a:avLst/>
              <a:gdLst/>
              <a:ahLst/>
              <a:cxnLst/>
              <a:rect l="l" t="t" r="r" b="b"/>
              <a:pathLst>
                <a:path w="41275" h="21589">
                  <a:moveTo>
                    <a:pt x="27241" y="12458"/>
                  </a:moveTo>
                  <a:lnTo>
                    <a:pt x="24142" y="11214"/>
                  </a:lnTo>
                  <a:lnTo>
                    <a:pt x="20434" y="9347"/>
                  </a:lnTo>
                  <a:lnTo>
                    <a:pt x="14249" y="5600"/>
                  </a:lnTo>
                  <a:lnTo>
                    <a:pt x="10528" y="3733"/>
                  </a:lnTo>
                  <a:lnTo>
                    <a:pt x="7429" y="2489"/>
                  </a:lnTo>
                  <a:lnTo>
                    <a:pt x="3708" y="622"/>
                  </a:lnTo>
                  <a:lnTo>
                    <a:pt x="0" y="0"/>
                  </a:lnTo>
                  <a:lnTo>
                    <a:pt x="2476" y="3111"/>
                  </a:lnTo>
                  <a:lnTo>
                    <a:pt x="8674" y="6845"/>
                  </a:lnTo>
                  <a:lnTo>
                    <a:pt x="16103" y="9347"/>
                  </a:lnTo>
                  <a:lnTo>
                    <a:pt x="19812" y="9969"/>
                  </a:lnTo>
                  <a:lnTo>
                    <a:pt x="27241" y="12458"/>
                  </a:lnTo>
                  <a:close/>
                </a:path>
                <a:path w="41275" h="21589">
                  <a:moveTo>
                    <a:pt x="40868" y="21183"/>
                  </a:moveTo>
                  <a:lnTo>
                    <a:pt x="37769" y="18681"/>
                  </a:lnTo>
                  <a:lnTo>
                    <a:pt x="35293" y="16814"/>
                  </a:lnTo>
                  <a:lnTo>
                    <a:pt x="32194" y="14947"/>
                  </a:lnTo>
                  <a:lnTo>
                    <a:pt x="29095" y="13703"/>
                  </a:lnTo>
                  <a:lnTo>
                    <a:pt x="31572" y="16814"/>
                  </a:lnTo>
                  <a:lnTo>
                    <a:pt x="34048" y="19304"/>
                  </a:lnTo>
                  <a:lnTo>
                    <a:pt x="37769" y="20561"/>
                  </a:lnTo>
                  <a:lnTo>
                    <a:pt x="40868" y="211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369069" y="4502695"/>
              <a:ext cx="544830" cy="35560"/>
            </a:xfrm>
            <a:custGeom>
              <a:avLst/>
              <a:gdLst/>
              <a:ahLst/>
              <a:cxnLst/>
              <a:rect l="l" t="t" r="r" b="b"/>
              <a:pathLst>
                <a:path w="544829" h="35560">
                  <a:moveTo>
                    <a:pt x="125717" y="0"/>
                  </a:moveTo>
                  <a:lnTo>
                    <a:pt x="118287" y="0"/>
                  </a:lnTo>
                  <a:lnTo>
                    <a:pt x="97218" y="1879"/>
                  </a:lnTo>
                  <a:lnTo>
                    <a:pt x="89789" y="3124"/>
                  </a:lnTo>
                  <a:lnTo>
                    <a:pt x="82981" y="3746"/>
                  </a:lnTo>
                  <a:lnTo>
                    <a:pt x="69354" y="6248"/>
                  </a:lnTo>
                  <a:lnTo>
                    <a:pt x="61925" y="8115"/>
                  </a:lnTo>
                  <a:lnTo>
                    <a:pt x="55105" y="9359"/>
                  </a:lnTo>
                  <a:lnTo>
                    <a:pt x="48298" y="11226"/>
                  </a:lnTo>
                  <a:lnTo>
                    <a:pt x="41490" y="12471"/>
                  </a:lnTo>
                  <a:lnTo>
                    <a:pt x="28486" y="16205"/>
                  </a:lnTo>
                  <a:lnTo>
                    <a:pt x="0" y="31788"/>
                  </a:lnTo>
                  <a:lnTo>
                    <a:pt x="622" y="33032"/>
                  </a:lnTo>
                  <a:lnTo>
                    <a:pt x="1854" y="34290"/>
                  </a:lnTo>
                  <a:lnTo>
                    <a:pt x="3098" y="34912"/>
                  </a:lnTo>
                  <a:lnTo>
                    <a:pt x="4953" y="35534"/>
                  </a:lnTo>
                  <a:lnTo>
                    <a:pt x="14859" y="30543"/>
                  </a:lnTo>
                  <a:lnTo>
                    <a:pt x="20434" y="29286"/>
                  </a:lnTo>
                  <a:lnTo>
                    <a:pt x="25387" y="27419"/>
                  </a:lnTo>
                  <a:lnTo>
                    <a:pt x="30962" y="25552"/>
                  </a:lnTo>
                  <a:lnTo>
                    <a:pt x="35915" y="24307"/>
                  </a:lnTo>
                  <a:lnTo>
                    <a:pt x="41490" y="22440"/>
                  </a:lnTo>
                  <a:lnTo>
                    <a:pt x="60071" y="15582"/>
                  </a:lnTo>
                  <a:lnTo>
                    <a:pt x="66878" y="13716"/>
                  </a:lnTo>
                  <a:lnTo>
                    <a:pt x="73698" y="11226"/>
                  </a:lnTo>
                  <a:lnTo>
                    <a:pt x="80505" y="9359"/>
                  </a:lnTo>
                  <a:lnTo>
                    <a:pt x="95364" y="6870"/>
                  </a:lnTo>
                  <a:lnTo>
                    <a:pt x="102793" y="6248"/>
                  </a:lnTo>
                  <a:lnTo>
                    <a:pt x="105283" y="4381"/>
                  </a:lnTo>
                  <a:lnTo>
                    <a:pt x="110858" y="3124"/>
                  </a:lnTo>
                  <a:lnTo>
                    <a:pt x="114566" y="3124"/>
                  </a:lnTo>
                  <a:lnTo>
                    <a:pt x="117665" y="2501"/>
                  </a:lnTo>
                  <a:lnTo>
                    <a:pt x="120142" y="2501"/>
                  </a:lnTo>
                  <a:lnTo>
                    <a:pt x="123240" y="1257"/>
                  </a:lnTo>
                  <a:lnTo>
                    <a:pt x="125717" y="0"/>
                  </a:lnTo>
                  <a:close/>
                </a:path>
                <a:path w="544829" h="35560">
                  <a:moveTo>
                    <a:pt x="530148" y="7493"/>
                  </a:moveTo>
                  <a:lnTo>
                    <a:pt x="503491" y="5003"/>
                  </a:lnTo>
                  <a:lnTo>
                    <a:pt x="502881" y="9982"/>
                  </a:lnTo>
                  <a:lnTo>
                    <a:pt x="505993" y="10604"/>
                  </a:lnTo>
                  <a:lnTo>
                    <a:pt x="512800" y="10604"/>
                  </a:lnTo>
                  <a:lnTo>
                    <a:pt x="520230" y="9359"/>
                  </a:lnTo>
                  <a:lnTo>
                    <a:pt x="527037" y="9359"/>
                  </a:lnTo>
                  <a:lnTo>
                    <a:pt x="530148" y="9982"/>
                  </a:lnTo>
                  <a:lnTo>
                    <a:pt x="530148" y="7493"/>
                  </a:lnTo>
                  <a:close/>
                </a:path>
                <a:path w="544829" h="35560">
                  <a:moveTo>
                    <a:pt x="544385" y="21196"/>
                  </a:moveTo>
                  <a:lnTo>
                    <a:pt x="540677" y="21196"/>
                  </a:lnTo>
                  <a:lnTo>
                    <a:pt x="531952" y="22440"/>
                  </a:lnTo>
                  <a:lnTo>
                    <a:pt x="522643" y="22440"/>
                  </a:lnTo>
                  <a:lnTo>
                    <a:pt x="514007" y="21196"/>
                  </a:lnTo>
                  <a:lnTo>
                    <a:pt x="510298" y="19951"/>
                  </a:lnTo>
                  <a:lnTo>
                    <a:pt x="508406" y="20574"/>
                  </a:lnTo>
                  <a:lnTo>
                    <a:pt x="507199" y="21818"/>
                  </a:lnTo>
                  <a:lnTo>
                    <a:pt x="506590" y="23063"/>
                  </a:lnTo>
                  <a:lnTo>
                    <a:pt x="506590" y="25552"/>
                  </a:lnTo>
                  <a:lnTo>
                    <a:pt x="509701" y="26797"/>
                  </a:lnTo>
                  <a:lnTo>
                    <a:pt x="512800" y="27419"/>
                  </a:lnTo>
                  <a:lnTo>
                    <a:pt x="523328" y="27419"/>
                  </a:lnTo>
                  <a:lnTo>
                    <a:pt x="527037" y="26797"/>
                  </a:lnTo>
                  <a:lnTo>
                    <a:pt x="530148" y="26174"/>
                  </a:lnTo>
                  <a:lnTo>
                    <a:pt x="533857" y="26174"/>
                  </a:lnTo>
                  <a:lnTo>
                    <a:pt x="536270" y="24307"/>
                  </a:lnTo>
                  <a:lnTo>
                    <a:pt x="539978" y="24307"/>
                  </a:lnTo>
                  <a:lnTo>
                    <a:pt x="543090" y="23685"/>
                  </a:lnTo>
                  <a:lnTo>
                    <a:pt x="544385" y="211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398803" y="4526998"/>
              <a:ext cx="168275" cy="25400"/>
            </a:xfrm>
            <a:custGeom>
              <a:avLst/>
              <a:gdLst/>
              <a:ahLst/>
              <a:cxnLst/>
              <a:rect l="l" t="t" r="r" b="b"/>
              <a:pathLst>
                <a:path w="168275" h="25400">
                  <a:moveTo>
                    <a:pt x="122617" y="0"/>
                  </a:moveTo>
                  <a:lnTo>
                    <a:pt x="112704" y="622"/>
                  </a:lnTo>
                  <a:lnTo>
                    <a:pt x="102799" y="622"/>
                  </a:lnTo>
                  <a:lnTo>
                    <a:pt x="92886" y="1868"/>
                  </a:lnTo>
                  <a:lnTo>
                    <a:pt x="82981" y="2491"/>
                  </a:lnTo>
                  <a:lnTo>
                    <a:pt x="73689" y="3737"/>
                  </a:lnTo>
                  <a:lnTo>
                    <a:pt x="54492" y="7475"/>
                  </a:lnTo>
                  <a:lnTo>
                    <a:pt x="45200" y="9975"/>
                  </a:lnTo>
                  <a:lnTo>
                    <a:pt x="35917" y="11844"/>
                  </a:lnTo>
                  <a:lnTo>
                    <a:pt x="17954" y="16827"/>
                  </a:lnTo>
                  <a:lnTo>
                    <a:pt x="8662" y="19942"/>
                  </a:lnTo>
                  <a:lnTo>
                    <a:pt x="0" y="22433"/>
                  </a:lnTo>
                  <a:lnTo>
                    <a:pt x="2476" y="23679"/>
                  </a:lnTo>
                  <a:lnTo>
                    <a:pt x="5573" y="24925"/>
                  </a:lnTo>
                  <a:lnTo>
                    <a:pt x="13002" y="24925"/>
                  </a:lnTo>
                  <a:lnTo>
                    <a:pt x="21672" y="22433"/>
                  </a:lnTo>
                  <a:lnTo>
                    <a:pt x="26004" y="21810"/>
                  </a:lnTo>
                  <a:lnTo>
                    <a:pt x="30343" y="20565"/>
                  </a:lnTo>
                  <a:lnTo>
                    <a:pt x="39627" y="19319"/>
                  </a:lnTo>
                  <a:lnTo>
                    <a:pt x="43345" y="18073"/>
                  </a:lnTo>
                  <a:lnTo>
                    <a:pt x="47676" y="16827"/>
                  </a:lnTo>
                  <a:lnTo>
                    <a:pt x="55114" y="16827"/>
                  </a:lnTo>
                  <a:lnTo>
                    <a:pt x="78641" y="14958"/>
                  </a:lnTo>
                  <a:lnTo>
                    <a:pt x="86700" y="13712"/>
                  </a:lnTo>
                  <a:lnTo>
                    <a:pt x="94128" y="13090"/>
                  </a:lnTo>
                  <a:lnTo>
                    <a:pt x="102178" y="11844"/>
                  </a:lnTo>
                  <a:lnTo>
                    <a:pt x="117043" y="10598"/>
                  </a:lnTo>
                  <a:lnTo>
                    <a:pt x="147387" y="10598"/>
                  </a:lnTo>
                  <a:lnTo>
                    <a:pt x="167818" y="8720"/>
                  </a:lnTo>
                  <a:lnTo>
                    <a:pt x="165963" y="8098"/>
                  </a:lnTo>
                  <a:lnTo>
                    <a:pt x="164108" y="6852"/>
                  </a:lnTo>
                  <a:lnTo>
                    <a:pt x="161632" y="6229"/>
                  </a:lnTo>
                  <a:lnTo>
                    <a:pt x="159768" y="6852"/>
                  </a:lnTo>
                  <a:lnTo>
                    <a:pt x="152340" y="2491"/>
                  </a:lnTo>
                  <a:lnTo>
                    <a:pt x="142435" y="1245"/>
                  </a:lnTo>
                  <a:lnTo>
                    <a:pt x="1226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879981" y="4535719"/>
              <a:ext cx="68580" cy="10160"/>
            </a:xfrm>
            <a:custGeom>
              <a:avLst/>
              <a:gdLst/>
              <a:ahLst/>
              <a:cxnLst/>
              <a:rect l="l" t="t" r="r" b="b"/>
              <a:pathLst>
                <a:path w="68579" h="10160">
                  <a:moveTo>
                    <a:pt x="60049" y="0"/>
                  </a:moveTo>
                  <a:lnTo>
                    <a:pt x="44605" y="0"/>
                  </a:lnTo>
                  <a:lnTo>
                    <a:pt x="11733" y="2500"/>
                  </a:lnTo>
                  <a:lnTo>
                    <a:pt x="3709" y="2500"/>
                  </a:lnTo>
                  <a:lnTo>
                    <a:pt x="1207" y="3746"/>
                  </a:lnTo>
                  <a:lnTo>
                    <a:pt x="0" y="5614"/>
                  </a:lnTo>
                  <a:lnTo>
                    <a:pt x="0" y="7483"/>
                  </a:lnTo>
                  <a:lnTo>
                    <a:pt x="1207" y="8729"/>
                  </a:lnTo>
                  <a:lnTo>
                    <a:pt x="3709" y="9352"/>
                  </a:lnTo>
                  <a:lnTo>
                    <a:pt x="6211" y="9352"/>
                  </a:lnTo>
                  <a:lnTo>
                    <a:pt x="8023" y="9975"/>
                  </a:lnTo>
                  <a:lnTo>
                    <a:pt x="14839" y="8106"/>
                  </a:lnTo>
                  <a:lnTo>
                    <a:pt x="22259" y="6860"/>
                  </a:lnTo>
                  <a:lnTo>
                    <a:pt x="66261" y="3123"/>
                  </a:lnTo>
                  <a:lnTo>
                    <a:pt x="68159" y="1254"/>
                  </a:lnTo>
                  <a:lnTo>
                    <a:pt x="68159" y="622"/>
                  </a:lnTo>
                  <a:lnTo>
                    <a:pt x="600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854616" y="4549432"/>
              <a:ext cx="3175" cy="5080"/>
            </a:xfrm>
            <a:custGeom>
              <a:avLst/>
              <a:gdLst/>
              <a:ahLst/>
              <a:cxnLst/>
              <a:rect l="l" t="t" r="r" b="b"/>
              <a:pathLst>
                <a:path w="3175" h="5079">
                  <a:moveTo>
                    <a:pt x="3105" y="0"/>
                  </a:moveTo>
                  <a:lnTo>
                    <a:pt x="0" y="4983"/>
                  </a:lnTo>
                  <a:lnTo>
                    <a:pt x="603" y="4360"/>
                  </a:lnTo>
                  <a:lnTo>
                    <a:pt x="31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881189" y="4551924"/>
              <a:ext cx="57150" cy="8255"/>
            </a:xfrm>
            <a:custGeom>
              <a:avLst/>
              <a:gdLst/>
              <a:ahLst/>
              <a:cxnLst/>
              <a:rect l="l" t="t" r="r" b="b"/>
              <a:pathLst>
                <a:path w="57150" h="8254">
                  <a:moveTo>
                    <a:pt x="57029" y="0"/>
                  </a:moveTo>
                  <a:lnTo>
                    <a:pt x="35977" y="0"/>
                  </a:lnTo>
                  <a:lnTo>
                    <a:pt x="29161" y="622"/>
                  </a:lnTo>
                  <a:lnTo>
                    <a:pt x="21741" y="622"/>
                  </a:lnTo>
                  <a:lnTo>
                    <a:pt x="690" y="2491"/>
                  </a:lnTo>
                  <a:lnTo>
                    <a:pt x="0" y="3737"/>
                  </a:lnTo>
                  <a:lnTo>
                    <a:pt x="0" y="5606"/>
                  </a:lnTo>
                  <a:lnTo>
                    <a:pt x="690" y="6852"/>
                  </a:lnTo>
                  <a:lnTo>
                    <a:pt x="2502" y="8098"/>
                  </a:lnTo>
                  <a:lnTo>
                    <a:pt x="57029" y="1868"/>
                  </a:lnTo>
                  <a:lnTo>
                    <a:pt x="570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468162" y="4551924"/>
              <a:ext cx="60325" cy="5080"/>
            </a:xfrm>
            <a:custGeom>
              <a:avLst/>
              <a:gdLst/>
              <a:ahLst/>
              <a:cxnLst/>
              <a:rect l="l" t="t" r="r" b="b"/>
              <a:pathLst>
                <a:path w="60325" h="5079">
                  <a:moveTo>
                    <a:pt x="37772" y="0"/>
                  </a:moveTo>
                  <a:lnTo>
                    <a:pt x="22294" y="0"/>
                  </a:lnTo>
                  <a:lnTo>
                    <a:pt x="6807" y="2491"/>
                  </a:lnTo>
                  <a:lnTo>
                    <a:pt x="0" y="4983"/>
                  </a:lnTo>
                  <a:lnTo>
                    <a:pt x="48298" y="4983"/>
                  </a:lnTo>
                  <a:lnTo>
                    <a:pt x="60066" y="2491"/>
                  </a:lnTo>
                  <a:lnTo>
                    <a:pt x="52637" y="1868"/>
                  </a:lnTo>
                  <a:lnTo>
                    <a:pt x="45209" y="622"/>
                  </a:lnTo>
                  <a:lnTo>
                    <a:pt x="37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329433" y="4555667"/>
              <a:ext cx="592455" cy="19685"/>
            </a:xfrm>
            <a:custGeom>
              <a:avLst/>
              <a:gdLst/>
              <a:ahLst/>
              <a:cxnLst/>
              <a:rect l="l" t="t" r="r" b="b"/>
              <a:pathLst>
                <a:path w="592454" h="19685">
                  <a:moveTo>
                    <a:pt x="25387" y="2489"/>
                  </a:moveTo>
                  <a:lnTo>
                    <a:pt x="24777" y="0"/>
                  </a:lnTo>
                  <a:lnTo>
                    <a:pt x="20434" y="0"/>
                  </a:lnTo>
                  <a:lnTo>
                    <a:pt x="13004" y="1866"/>
                  </a:lnTo>
                  <a:lnTo>
                    <a:pt x="7429" y="1866"/>
                  </a:lnTo>
                  <a:lnTo>
                    <a:pt x="0" y="3733"/>
                  </a:lnTo>
                  <a:lnTo>
                    <a:pt x="1866" y="5600"/>
                  </a:lnTo>
                  <a:lnTo>
                    <a:pt x="3721" y="6235"/>
                  </a:lnTo>
                  <a:lnTo>
                    <a:pt x="6197" y="6858"/>
                  </a:lnTo>
                  <a:lnTo>
                    <a:pt x="8674" y="6235"/>
                  </a:lnTo>
                  <a:lnTo>
                    <a:pt x="11150" y="6235"/>
                  </a:lnTo>
                  <a:lnTo>
                    <a:pt x="13627" y="5600"/>
                  </a:lnTo>
                  <a:lnTo>
                    <a:pt x="18580" y="5600"/>
                  </a:lnTo>
                  <a:lnTo>
                    <a:pt x="21678" y="4978"/>
                  </a:lnTo>
                  <a:lnTo>
                    <a:pt x="25387" y="2489"/>
                  </a:lnTo>
                  <a:close/>
                </a:path>
                <a:path w="592454" h="19685">
                  <a:moveTo>
                    <a:pt x="592048" y="14960"/>
                  </a:moveTo>
                  <a:lnTo>
                    <a:pt x="572198" y="12471"/>
                  </a:lnTo>
                  <a:lnTo>
                    <a:pt x="562279" y="12471"/>
                  </a:lnTo>
                  <a:lnTo>
                    <a:pt x="552437" y="13716"/>
                  </a:lnTo>
                  <a:lnTo>
                    <a:pt x="551751" y="14960"/>
                  </a:lnTo>
                  <a:lnTo>
                    <a:pt x="551751" y="16827"/>
                  </a:lnTo>
                  <a:lnTo>
                    <a:pt x="554253" y="19316"/>
                  </a:lnTo>
                  <a:lnTo>
                    <a:pt x="562965" y="18072"/>
                  </a:lnTo>
                  <a:lnTo>
                    <a:pt x="567880" y="18072"/>
                  </a:lnTo>
                  <a:lnTo>
                    <a:pt x="577811" y="16827"/>
                  </a:lnTo>
                  <a:lnTo>
                    <a:pt x="582726" y="16827"/>
                  </a:lnTo>
                  <a:lnTo>
                    <a:pt x="592048" y="15582"/>
                  </a:lnTo>
                  <a:lnTo>
                    <a:pt x="592048" y="149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081725" y="4581833"/>
              <a:ext cx="5715" cy="10795"/>
            </a:xfrm>
            <a:custGeom>
              <a:avLst/>
              <a:gdLst/>
              <a:ahLst/>
              <a:cxnLst/>
              <a:rect l="l" t="t" r="r" b="b"/>
              <a:pathLst>
                <a:path w="5715" h="10795">
                  <a:moveTo>
                    <a:pt x="0" y="0"/>
                  </a:moveTo>
                  <a:lnTo>
                    <a:pt x="5573" y="10589"/>
                  </a:lnTo>
                  <a:lnTo>
                    <a:pt x="5573" y="80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878773" y="4584947"/>
              <a:ext cx="79375" cy="7620"/>
            </a:xfrm>
            <a:custGeom>
              <a:avLst/>
              <a:gdLst/>
              <a:ahLst/>
              <a:cxnLst/>
              <a:rect l="l" t="t" r="r" b="b"/>
              <a:pathLst>
                <a:path w="79375" h="7620">
                  <a:moveTo>
                    <a:pt x="41499" y="0"/>
                  </a:moveTo>
                  <a:lnTo>
                    <a:pt x="18549" y="0"/>
                  </a:lnTo>
                  <a:lnTo>
                    <a:pt x="13631" y="1245"/>
                  </a:lnTo>
                  <a:lnTo>
                    <a:pt x="10525" y="1245"/>
                  </a:lnTo>
                  <a:lnTo>
                    <a:pt x="8023" y="622"/>
                  </a:lnTo>
                  <a:lnTo>
                    <a:pt x="4917" y="1245"/>
                  </a:lnTo>
                  <a:lnTo>
                    <a:pt x="3105" y="1245"/>
                  </a:lnTo>
                  <a:lnTo>
                    <a:pt x="1207" y="2491"/>
                  </a:lnTo>
                  <a:lnTo>
                    <a:pt x="0" y="4983"/>
                  </a:lnTo>
                  <a:lnTo>
                    <a:pt x="1207" y="6229"/>
                  </a:lnTo>
                  <a:lnTo>
                    <a:pt x="2415" y="6852"/>
                  </a:lnTo>
                  <a:lnTo>
                    <a:pt x="3105" y="7475"/>
                  </a:lnTo>
                  <a:lnTo>
                    <a:pt x="12941" y="6229"/>
                  </a:lnTo>
                  <a:lnTo>
                    <a:pt x="32181" y="4983"/>
                  </a:lnTo>
                  <a:lnTo>
                    <a:pt x="42103" y="3737"/>
                  </a:lnTo>
                  <a:lnTo>
                    <a:pt x="51335" y="3737"/>
                  </a:lnTo>
                  <a:lnTo>
                    <a:pt x="70574" y="2491"/>
                  </a:lnTo>
                  <a:lnTo>
                    <a:pt x="79202" y="2491"/>
                  </a:lnTo>
                  <a:lnTo>
                    <a:pt x="56339" y="622"/>
                  </a:lnTo>
                  <a:lnTo>
                    <a:pt x="48919" y="622"/>
                  </a:lnTo>
                  <a:lnTo>
                    <a:pt x="414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089162" y="4595395"/>
              <a:ext cx="749935" cy="173990"/>
            </a:xfrm>
            <a:custGeom>
              <a:avLst/>
              <a:gdLst/>
              <a:ahLst/>
              <a:cxnLst/>
              <a:rect l="l" t="t" r="r" b="b"/>
              <a:pathLst>
                <a:path w="749934" h="173989">
                  <a:moveTo>
                    <a:pt x="43345" y="78739"/>
                  </a:moveTo>
                  <a:lnTo>
                    <a:pt x="40869" y="78739"/>
                  </a:lnTo>
                  <a:lnTo>
                    <a:pt x="50161" y="86359"/>
                  </a:lnTo>
                  <a:lnTo>
                    <a:pt x="60066" y="92709"/>
                  </a:lnTo>
                  <a:lnTo>
                    <a:pt x="69358" y="100329"/>
                  </a:lnTo>
                  <a:lnTo>
                    <a:pt x="99081" y="119379"/>
                  </a:lnTo>
                  <a:lnTo>
                    <a:pt x="120132" y="129539"/>
                  </a:lnTo>
                  <a:lnTo>
                    <a:pt x="130667" y="135889"/>
                  </a:lnTo>
                  <a:lnTo>
                    <a:pt x="162244" y="148589"/>
                  </a:lnTo>
                  <a:lnTo>
                    <a:pt x="184538" y="156209"/>
                  </a:lnTo>
                  <a:lnTo>
                    <a:pt x="206832" y="162559"/>
                  </a:lnTo>
                  <a:lnTo>
                    <a:pt x="237185" y="166369"/>
                  </a:lnTo>
                  <a:lnTo>
                    <a:pt x="247089" y="168909"/>
                  </a:lnTo>
                  <a:lnTo>
                    <a:pt x="278054" y="172719"/>
                  </a:lnTo>
                  <a:lnTo>
                    <a:pt x="288580" y="172719"/>
                  </a:lnTo>
                  <a:lnTo>
                    <a:pt x="298494" y="173989"/>
                  </a:lnTo>
                  <a:lnTo>
                    <a:pt x="361036" y="173989"/>
                  </a:lnTo>
                  <a:lnTo>
                    <a:pt x="371562" y="172719"/>
                  </a:lnTo>
                  <a:lnTo>
                    <a:pt x="382096" y="170179"/>
                  </a:lnTo>
                  <a:lnTo>
                    <a:pt x="445881" y="162559"/>
                  </a:lnTo>
                  <a:lnTo>
                    <a:pt x="450834" y="161289"/>
                  </a:lnTo>
                  <a:lnTo>
                    <a:pt x="331314" y="161289"/>
                  </a:lnTo>
                  <a:lnTo>
                    <a:pt x="320788" y="160019"/>
                  </a:lnTo>
                  <a:lnTo>
                    <a:pt x="310874" y="160019"/>
                  </a:lnTo>
                  <a:lnTo>
                    <a:pt x="290435" y="157479"/>
                  </a:lnTo>
                  <a:lnTo>
                    <a:pt x="279909" y="157479"/>
                  </a:lnTo>
                  <a:lnTo>
                    <a:pt x="276199" y="154939"/>
                  </a:lnTo>
                  <a:lnTo>
                    <a:pt x="278054" y="152399"/>
                  </a:lnTo>
                  <a:lnTo>
                    <a:pt x="358560" y="152399"/>
                  </a:lnTo>
                  <a:lnTo>
                    <a:pt x="408105" y="146049"/>
                  </a:lnTo>
                  <a:lnTo>
                    <a:pt x="206832" y="146049"/>
                  </a:lnTo>
                  <a:lnTo>
                    <a:pt x="187014" y="140969"/>
                  </a:lnTo>
                  <a:lnTo>
                    <a:pt x="177731" y="139699"/>
                  </a:lnTo>
                  <a:lnTo>
                    <a:pt x="167818" y="137159"/>
                  </a:lnTo>
                  <a:lnTo>
                    <a:pt x="158534" y="134619"/>
                  </a:lnTo>
                  <a:lnTo>
                    <a:pt x="149242" y="130809"/>
                  </a:lnTo>
                  <a:lnTo>
                    <a:pt x="139338" y="126999"/>
                  </a:lnTo>
                  <a:lnTo>
                    <a:pt x="130667" y="124459"/>
                  </a:lnTo>
                  <a:lnTo>
                    <a:pt x="112083" y="116839"/>
                  </a:lnTo>
                  <a:lnTo>
                    <a:pt x="102799" y="111759"/>
                  </a:lnTo>
                  <a:lnTo>
                    <a:pt x="85457" y="104139"/>
                  </a:lnTo>
                  <a:lnTo>
                    <a:pt x="59445" y="88899"/>
                  </a:lnTo>
                  <a:lnTo>
                    <a:pt x="54492" y="86359"/>
                  </a:lnTo>
                  <a:lnTo>
                    <a:pt x="52637" y="83819"/>
                  </a:lnTo>
                  <a:lnTo>
                    <a:pt x="47676" y="81279"/>
                  </a:lnTo>
                  <a:lnTo>
                    <a:pt x="45821" y="80009"/>
                  </a:lnTo>
                  <a:lnTo>
                    <a:pt x="43345" y="78739"/>
                  </a:lnTo>
                  <a:close/>
                </a:path>
                <a:path w="749934" h="173989">
                  <a:moveTo>
                    <a:pt x="709581" y="76274"/>
                  </a:moveTo>
                  <a:lnTo>
                    <a:pt x="700400" y="81279"/>
                  </a:lnTo>
                  <a:lnTo>
                    <a:pt x="691772" y="87629"/>
                  </a:lnTo>
                  <a:lnTo>
                    <a:pt x="682445" y="92709"/>
                  </a:lnTo>
                  <a:lnTo>
                    <a:pt x="635381" y="111759"/>
                  </a:lnTo>
                  <a:lnTo>
                    <a:pt x="629808" y="113029"/>
                  </a:lnTo>
                  <a:lnTo>
                    <a:pt x="624855" y="115569"/>
                  </a:lnTo>
                  <a:lnTo>
                    <a:pt x="619282" y="118109"/>
                  </a:lnTo>
                  <a:lnTo>
                    <a:pt x="614321" y="119379"/>
                  </a:lnTo>
                  <a:lnTo>
                    <a:pt x="609368" y="121919"/>
                  </a:lnTo>
                  <a:lnTo>
                    <a:pt x="603795" y="124459"/>
                  </a:lnTo>
                  <a:lnTo>
                    <a:pt x="598221" y="125729"/>
                  </a:lnTo>
                  <a:lnTo>
                    <a:pt x="592027" y="125729"/>
                  </a:lnTo>
                  <a:lnTo>
                    <a:pt x="585219" y="126999"/>
                  </a:lnTo>
                  <a:lnTo>
                    <a:pt x="579025" y="128269"/>
                  </a:lnTo>
                  <a:lnTo>
                    <a:pt x="572209" y="129539"/>
                  </a:lnTo>
                  <a:lnTo>
                    <a:pt x="566023" y="130809"/>
                  </a:lnTo>
                  <a:lnTo>
                    <a:pt x="559207" y="133349"/>
                  </a:lnTo>
                  <a:lnTo>
                    <a:pt x="552399" y="134619"/>
                  </a:lnTo>
                  <a:lnTo>
                    <a:pt x="546205" y="135889"/>
                  </a:lnTo>
                  <a:lnTo>
                    <a:pt x="539389" y="137159"/>
                  </a:lnTo>
                  <a:lnTo>
                    <a:pt x="532582" y="139699"/>
                  </a:lnTo>
                  <a:lnTo>
                    <a:pt x="525766" y="140969"/>
                  </a:lnTo>
                  <a:lnTo>
                    <a:pt x="518337" y="140969"/>
                  </a:lnTo>
                  <a:lnTo>
                    <a:pt x="503472" y="142239"/>
                  </a:lnTo>
                  <a:lnTo>
                    <a:pt x="496664" y="142239"/>
                  </a:lnTo>
                  <a:lnTo>
                    <a:pt x="483032" y="144779"/>
                  </a:lnTo>
                  <a:lnTo>
                    <a:pt x="475604" y="144779"/>
                  </a:lnTo>
                  <a:lnTo>
                    <a:pt x="467554" y="146049"/>
                  </a:lnTo>
                  <a:lnTo>
                    <a:pt x="452689" y="148589"/>
                  </a:lnTo>
                  <a:lnTo>
                    <a:pt x="445260" y="148589"/>
                  </a:lnTo>
                  <a:lnTo>
                    <a:pt x="430395" y="151129"/>
                  </a:lnTo>
                  <a:lnTo>
                    <a:pt x="422345" y="151129"/>
                  </a:lnTo>
                  <a:lnTo>
                    <a:pt x="414916" y="152399"/>
                  </a:lnTo>
                  <a:lnTo>
                    <a:pt x="392622" y="154939"/>
                  </a:lnTo>
                  <a:lnTo>
                    <a:pt x="384573" y="156209"/>
                  </a:lnTo>
                  <a:lnTo>
                    <a:pt x="369707" y="157479"/>
                  </a:lnTo>
                  <a:lnTo>
                    <a:pt x="361657" y="157479"/>
                  </a:lnTo>
                  <a:lnTo>
                    <a:pt x="351744" y="160019"/>
                  </a:lnTo>
                  <a:lnTo>
                    <a:pt x="341218" y="161289"/>
                  </a:lnTo>
                  <a:lnTo>
                    <a:pt x="450834" y="161289"/>
                  </a:lnTo>
                  <a:lnTo>
                    <a:pt x="455786" y="160019"/>
                  </a:lnTo>
                  <a:lnTo>
                    <a:pt x="473128" y="158749"/>
                  </a:lnTo>
                  <a:lnTo>
                    <a:pt x="481177" y="156209"/>
                  </a:lnTo>
                  <a:lnTo>
                    <a:pt x="489848" y="154939"/>
                  </a:lnTo>
                  <a:lnTo>
                    <a:pt x="513997" y="149859"/>
                  </a:lnTo>
                  <a:lnTo>
                    <a:pt x="522047" y="148589"/>
                  </a:lnTo>
                  <a:lnTo>
                    <a:pt x="532582" y="146049"/>
                  </a:lnTo>
                  <a:lnTo>
                    <a:pt x="543729" y="143509"/>
                  </a:lnTo>
                  <a:lnTo>
                    <a:pt x="575306" y="135889"/>
                  </a:lnTo>
                  <a:lnTo>
                    <a:pt x="585841" y="132079"/>
                  </a:lnTo>
                  <a:lnTo>
                    <a:pt x="606892" y="126999"/>
                  </a:lnTo>
                  <a:lnTo>
                    <a:pt x="627331" y="119379"/>
                  </a:lnTo>
                  <a:lnTo>
                    <a:pt x="634760" y="116839"/>
                  </a:lnTo>
                  <a:lnTo>
                    <a:pt x="662006" y="106679"/>
                  </a:lnTo>
                  <a:lnTo>
                    <a:pt x="668201" y="102869"/>
                  </a:lnTo>
                  <a:lnTo>
                    <a:pt x="675017" y="99059"/>
                  </a:lnTo>
                  <a:lnTo>
                    <a:pt x="681203" y="96519"/>
                  </a:lnTo>
                  <a:lnTo>
                    <a:pt x="688019" y="92709"/>
                  </a:lnTo>
                  <a:lnTo>
                    <a:pt x="694188" y="87629"/>
                  </a:lnTo>
                  <a:lnTo>
                    <a:pt x="699796" y="83819"/>
                  </a:lnTo>
                  <a:lnTo>
                    <a:pt x="706008" y="78739"/>
                  </a:lnTo>
                  <a:lnTo>
                    <a:pt x="709581" y="76274"/>
                  </a:lnTo>
                  <a:close/>
                </a:path>
                <a:path w="749934" h="173989">
                  <a:moveTo>
                    <a:pt x="358560" y="152399"/>
                  </a:moveTo>
                  <a:lnTo>
                    <a:pt x="278054" y="152399"/>
                  </a:lnTo>
                  <a:lnTo>
                    <a:pt x="288580" y="153669"/>
                  </a:lnTo>
                  <a:lnTo>
                    <a:pt x="308398" y="154939"/>
                  </a:lnTo>
                  <a:lnTo>
                    <a:pt x="328837" y="154939"/>
                  </a:lnTo>
                  <a:lnTo>
                    <a:pt x="358560" y="152399"/>
                  </a:lnTo>
                  <a:close/>
                </a:path>
                <a:path w="749934" h="173989">
                  <a:moveTo>
                    <a:pt x="7428" y="31749"/>
                  </a:moveTo>
                  <a:lnTo>
                    <a:pt x="16720" y="41909"/>
                  </a:lnTo>
                  <a:lnTo>
                    <a:pt x="37772" y="62229"/>
                  </a:lnTo>
                  <a:lnTo>
                    <a:pt x="49540" y="69849"/>
                  </a:lnTo>
                  <a:lnTo>
                    <a:pt x="60687" y="77469"/>
                  </a:lnTo>
                  <a:lnTo>
                    <a:pt x="73068" y="85089"/>
                  </a:lnTo>
                  <a:lnTo>
                    <a:pt x="84836" y="91439"/>
                  </a:lnTo>
                  <a:lnTo>
                    <a:pt x="96604" y="99059"/>
                  </a:lnTo>
                  <a:lnTo>
                    <a:pt x="106509" y="102869"/>
                  </a:lnTo>
                  <a:lnTo>
                    <a:pt x="116422" y="107949"/>
                  </a:lnTo>
                  <a:lnTo>
                    <a:pt x="136240" y="116839"/>
                  </a:lnTo>
                  <a:lnTo>
                    <a:pt x="145524" y="121919"/>
                  </a:lnTo>
                  <a:lnTo>
                    <a:pt x="156058" y="125729"/>
                  </a:lnTo>
                  <a:lnTo>
                    <a:pt x="165963" y="128269"/>
                  </a:lnTo>
                  <a:lnTo>
                    <a:pt x="177110" y="130809"/>
                  </a:lnTo>
                  <a:lnTo>
                    <a:pt x="180828" y="132079"/>
                  </a:lnTo>
                  <a:lnTo>
                    <a:pt x="185160" y="134619"/>
                  </a:lnTo>
                  <a:lnTo>
                    <a:pt x="188878" y="135889"/>
                  </a:lnTo>
                  <a:lnTo>
                    <a:pt x="193209" y="137159"/>
                  </a:lnTo>
                  <a:lnTo>
                    <a:pt x="196928" y="138429"/>
                  </a:lnTo>
                  <a:lnTo>
                    <a:pt x="201259" y="139699"/>
                  </a:lnTo>
                  <a:lnTo>
                    <a:pt x="204356" y="140969"/>
                  </a:lnTo>
                  <a:lnTo>
                    <a:pt x="208075" y="143509"/>
                  </a:lnTo>
                  <a:lnTo>
                    <a:pt x="206832" y="146049"/>
                  </a:lnTo>
                  <a:lnTo>
                    <a:pt x="408105" y="146049"/>
                  </a:lnTo>
                  <a:lnTo>
                    <a:pt x="447115" y="140969"/>
                  </a:lnTo>
                  <a:lnTo>
                    <a:pt x="455786" y="140969"/>
                  </a:lnTo>
                  <a:lnTo>
                    <a:pt x="483032" y="137159"/>
                  </a:lnTo>
                  <a:lnTo>
                    <a:pt x="492324" y="134619"/>
                  </a:lnTo>
                  <a:lnTo>
                    <a:pt x="500995" y="133349"/>
                  </a:lnTo>
                  <a:lnTo>
                    <a:pt x="401293" y="133349"/>
                  </a:lnTo>
                  <a:lnTo>
                    <a:pt x="397575" y="132079"/>
                  </a:lnTo>
                  <a:lnTo>
                    <a:pt x="393856" y="129539"/>
                  </a:lnTo>
                  <a:lnTo>
                    <a:pt x="403769" y="126999"/>
                  </a:lnTo>
                  <a:lnTo>
                    <a:pt x="408722" y="126999"/>
                  </a:lnTo>
                  <a:lnTo>
                    <a:pt x="433492" y="124459"/>
                  </a:lnTo>
                  <a:lnTo>
                    <a:pt x="435143" y="121919"/>
                  </a:lnTo>
                  <a:lnTo>
                    <a:pt x="337508" y="121919"/>
                  </a:lnTo>
                  <a:lnTo>
                    <a:pt x="328837" y="120649"/>
                  </a:lnTo>
                  <a:lnTo>
                    <a:pt x="310253" y="119379"/>
                  </a:lnTo>
                  <a:lnTo>
                    <a:pt x="283007" y="115569"/>
                  </a:lnTo>
                  <a:lnTo>
                    <a:pt x="279288" y="115569"/>
                  </a:lnTo>
                  <a:lnTo>
                    <a:pt x="275578" y="114299"/>
                  </a:lnTo>
                  <a:lnTo>
                    <a:pt x="270005" y="113029"/>
                  </a:lnTo>
                  <a:lnTo>
                    <a:pt x="252663" y="113029"/>
                  </a:lnTo>
                  <a:lnTo>
                    <a:pt x="242754" y="110489"/>
                  </a:lnTo>
                  <a:lnTo>
                    <a:pt x="169060" y="110489"/>
                  </a:lnTo>
                  <a:lnTo>
                    <a:pt x="165963" y="109219"/>
                  </a:lnTo>
                  <a:lnTo>
                    <a:pt x="163487" y="109219"/>
                  </a:lnTo>
                  <a:lnTo>
                    <a:pt x="160389" y="107949"/>
                  </a:lnTo>
                  <a:lnTo>
                    <a:pt x="157913" y="107949"/>
                  </a:lnTo>
                  <a:lnTo>
                    <a:pt x="154816" y="106679"/>
                  </a:lnTo>
                  <a:lnTo>
                    <a:pt x="152340" y="106679"/>
                  </a:lnTo>
                  <a:lnTo>
                    <a:pt x="146145" y="105409"/>
                  </a:lnTo>
                  <a:lnTo>
                    <a:pt x="131279" y="100329"/>
                  </a:lnTo>
                  <a:lnTo>
                    <a:pt x="124472" y="97789"/>
                  </a:lnTo>
                  <a:lnTo>
                    <a:pt x="109606" y="91439"/>
                  </a:lnTo>
                  <a:lnTo>
                    <a:pt x="102178" y="88899"/>
                  </a:lnTo>
                  <a:lnTo>
                    <a:pt x="95362" y="85089"/>
                  </a:lnTo>
                  <a:lnTo>
                    <a:pt x="87933" y="82549"/>
                  </a:lnTo>
                  <a:lnTo>
                    <a:pt x="74310" y="74929"/>
                  </a:lnTo>
                  <a:lnTo>
                    <a:pt x="66882" y="72389"/>
                  </a:lnTo>
                  <a:lnTo>
                    <a:pt x="46443" y="60959"/>
                  </a:lnTo>
                  <a:lnTo>
                    <a:pt x="40248" y="55879"/>
                  </a:lnTo>
                  <a:lnTo>
                    <a:pt x="33441" y="50799"/>
                  </a:lnTo>
                  <a:lnTo>
                    <a:pt x="30343" y="49529"/>
                  </a:lnTo>
                  <a:lnTo>
                    <a:pt x="26625" y="45719"/>
                  </a:lnTo>
                  <a:lnTo>
                    <a:pt x="14235" y="35559"/>
                  </a:lnTo>
                  <a:lnTo>
                    <a:pt x="10525" y="33019"/>
                  </a:lnTo>
                  <a:lnTo>
                    <a:pt x="7428" y="31749"/>
                  </a:lnTo>
                  <a:close/>
                </a:path>
                <a:path w="749934" h="173989">
                  <a:moveTo>
                    <a:pt x="740691" y="34289"/>
                  </a:moveTo>
                  <a:lnTo>
                    <a:pt x="738793" y="35559"/>
                  </a:lnTo>
                  <a:lnTo>
                    <a:pt x="736291" y="38099"/>
                  </a:lnTo>
                  <a:lnTo>
                    <a:pt x="734479" y="39369"/>
                  </a:lnTo>
                  <a:lnTo>
                    <a:pt x="731977" y="40639"/>
                  </a:lnTo>
                  <a:lnTo>
                    <a:pt x="725765" y="45719"/>
                  </a:lnTo>
                  <a:lnTo>
                    <a:pt x="720244" y="49529"/>
                  </a:lnTo>
                  <a:lnTo>
                    <a:pt x="714032" y="54609"/>
                  </a:lnTo>
                  <a:lnTo>
                    <a:pt x="701608" y="62229"/>
                  </a:lnTo>
                  <a:lnTo>
                    <a:pt x="694792" y="66039"/>
                  </a:lnTo>
                  <a:lnTo>
                    <a:pt x="688640" y="71119"/>
                  </a:lnTo>
                  <a:lnTo>
                    <a:pt x="682445" y="74929"/>
                  </a:lnTo>
                  <a:lnTo>
                    <a:pt x="675017" y="76199"/>
                  </a:lnTo>
                  <a:lnTo>
                    <a:pt x="667580" y="80009"/>
                  </a:lnTo>
                  <a:lnTo>
                    <a:pt x="660773" y="82549"/>
                  </a:lnTo>
                  <a:lnTo>
                    <a:pt x="653335" y="85089"/>
                  </a:lnTo>
                  <a:lnTo>
                    <a:pt x="646528" y="87629"/>
                  </a:lnTo>
                  <a:lnTo>
                    <a:pt x="639100" y="91439"/>
                  </a:lnTo>
                  <a:lnTo>
                    <a:pt x="632284" y="93979"/>
                  </a:lnTo>
                  <a:lnTo>
                    <a:pt x="624855" y="96519"/>
                  </a:lnTo>
                  <a:lnTo>
                    <a:pt x="601319" y="101599"/>
                  </a:lnTo>
                  <a:lnTo>
                    <a:pt x="590172" y="104139"/>
                  </a:lnTo>
                  <a:lnTo>
                    <a:pt x="566644" y="109219"/>
                  </a:lnTo>
                  <a:lnTo>
                    <a:pt x="555488" y="111759"/>
                  </a:lnTo>
                  <a:lnTo>
                    <a:pt x="531960" y="115569"/>
                  </a:lnTo>
                  <a:lnTo>
                    <a:pt x="525766" y="118109"/>
                  </a:lnTo>
                  <a:lnTo>
                    <a:pt x="513385" y="120649"/>
                  </a:lnTo>
                  <a:lnTo>
                    <a:pt x="507190" y="120649"/>
                  </a:lnTo>
                  <a:lnTo>
                    <a:pt x="500374" y="121919"/>
                  </a:lnTo>
                  <a:lnTo>
                    <a:pt x="494179" y="121919"/>
                  </a:lnTo>
                  <a:lnTo>
                    <a:pt x="487372" y="123189"/>
                  </a:lnTo>
                  <a:lnTo>
                    <a:pt x="481177" y="124459"/>
                  </a:lnTo>
                  <a:lnTo>
                    <a:pt x="460126" y="124459"/>
                  </a:lnTo>
                  <a:lnTo>
                    <a:pt x="452689" y="125729"/>
                  </a:lnTo>
                  <a:lnTo>
                    <a:pt x="432258" y="129539"/>
                  </a:lnTo>
                  <a:lnTo>
                    <a:pt x="426063" y="130809"/>
                  </a:lnTo>
                  <a:lnTo>
                    <a:pt x="417393" y="130809"/>
                  </a:lnTo>
                  <a:lnTo>
                    <a:pt x="413061" y="132079"/>
                  </a:lnTo>
                  <a:lnTo>
                    <a:pt x="409343" y="133349"/>
                  </a:lnTo>
                  <a:lnTo>
                    <a:pt x="500995" y="133349"/>
                  </a:lnTo>
                  <a:lnTo>
                    <a:pt x="518958" y="130809"/>
                  </a:lnTo>
                  <a:lnTo>
                    <a:pt x="544962" y="124459"/>
                  </a:lnTo>
                  <a:lnTo>
                    <a:pt x="579646" y="114299"/>
                  </a:lnTo>
                  <a:lnTo>
                    <a:pt x="586453" y="111759"/>
                  </a:lnTo>
                  <a:lnTo>
                    <a:pt x="608747" y="106679"/>
                  </a:lnTo>
                  <a:lnTo>
                    <a:pt x="622379" y="102869"/>
                  </a:lnTo>
                  <a:lnTo>
                    <a:pt x="629186" y="100329"/>
                  </a:lnTo>
                  <a:lnTo>
                    <a:pt x="635381" y="95249"/>
                  </a:lnTo>
                  <a:lnTo>
                    <a:pt x="647762" y="92709"/>
                  </a:lnTo>
                  <a:lnTo>
                    <a:pt x="704714" y="64769"/>
                  </a:lnTo>
                  <a:lnTo>
                    <a:pt x="730166" y="46989"/>
                  </a:lnTo>
                  <a:lnTo>
                    <a:pt x="735083" y="43179"/>
                  </a:lnTo>
                  <a:lnTo>
                    <a:pt x="738793" y="39369"/>
                  </a:lnTo>
                  <a:lnTo>
                    <a:pt x="740691" y="34289"/>
                  </a:lnTo>
                  <a:close/>
                </a:path>
                <a:path w="749934" h="173989">
                  <a:moveTo>
                    <a:pt x="749319" y="0"/>
                  </a:moveTo>
                  <a:lnTo>
                    <a:pt x="737585" y="10159"/>
                  </a:lnTo>
                  <a:lnTo>
                    <a:pt x="718949" y="25399"/>
                  </a:lnTo>
                  <a:lnTo>
                    <a:pt x="712824" y="30479"/>
                  </a:lnTo>
                  <a:lnTo>
                    <a:pt x="706612" y="34289"/>
                  </a:lnTo>
                  <a:lnTo>
                    <a:pt x="699796" y="39369"/>
                  </a:lnTo>
                  <a:lnTo>
                    <a:pt x="693584" y="43179"/>
                  </a:lnTo>
                  <a:lnTo>
                    <a:pt x="679969" y="50799"/>
                  </a:lnTo>
                  <a:lnTo>
                    <a:pt x="673775" y="54609"/>
                  </a:lnTo>
                  <a:lnTo>
                    <a:pt x="666967" y="58419"/>
                  </a:lnTo>
                  <a:lnTo>
                    <a:pt x="660151" y="60959"/>
                  </a:lnTo>
                  <a:lnTo>
                    <a:pt x="652723" y="64769"/>
                  </a:lnTo>
                  <a:lnTo>
                    <a:pt x="645907" y="67309"/>
                  </a:lnTo>
                  <a:lnTo>
                    <a:pt x="640333" y="67309"/>
                  </a:lnTo>
                  <a:lnTo>
                    <a:pt x="637857" y="68579"/>
                  </a:lnTo>
                  <a:lnTo>
                    <a:pt x="635381" y="71119"/>
                  </a:lnTo>
                  <a:lnTo>
                    <a:pt x="629186" y="73659"/>
                  </a:lnTo>
                  <a:lnTo>
                    <a:pt x="615563" y="77469"/>
                  </a:lnTo>
                  <a:lnTo>
                    <a:pt x="581501" y="83819"/>
                  </a:lnTo>
                  <a:lnTo>
                    <a:pt x="571596" y="88899"/>
                  </a:lnTo>
                  <a:lnTo>
                    <a:pt x="568499" y="88899"/>
                  </a:lnTo>
                  <a:lnTo>
                    <a:pt x="566023" y="90169"/>
                  </a:lnTo>
                  <a:lnTo>
                    <a:pt x="562925" y="90169"/>
                  </a:lnTo>
                  <a:lnTo>
                    <a:pt x="560449" y="91439"/>
                  </a:lnTo>
                  <a:lnTo>
                    <a:pt x="551778" y="92709"/>
                  </a:lnTo>
                  <a:lnTo>
                    <a:pt x="547439" y="93979"/>
                  </a:lnTo>
                  <a:lnTo>
                    <a:pt x="543729" y="95249"/>
                  </a:lnTo>
                  <a:lnTo>
                    <a:pt x="539389" y="95249"/>
                  </a:lnTo>
                  <a:lnTo>
                    <a:pt x="530718" y="97789"/>
                  </a:lnTo>
                  <a:lnTo>
                    <a:pt x="526387" y="97789"/>
                  </a:lnTo>
                  <a:lnTo>
                    <a:pt x="523911" y="99059"/>
                  </a:lnTo>
                  <a:lnTo>
                    <a:pt x="517716" y="100329"/>
                  </a:lnTo>
                  <a:lnTo>
                    <a:pt x="515240" y="100329"/>
                  </a:lnTo>
                  <a:lnTo>
                    <a:pt x="505948" y="101599"/>
                  </a:lnTo>
                  <a:lnTo>
                    <a:pt x="503472" y="102869"/>
                  </a:lnTo>
                  <a:lnTo>
                    <a:pt x="459505" y="107949"/>
                  </a:lnTo>
                  <a:lnTo>
                    <a:pt x="414916" y="115569"/>
                  </a:lnTo>
                  <a:lnTo>
                    <a:pt x="401293" y="115569"/>
                  </a:lnTo>
                  <a:lnTo>
                    <a:pt x="394477" y="116839"/>
                  </a:lnTo>
                  <a:lnTo>
                    <a:pt x="387049" y="118109"/>
                  </a:lnTo>
                  <a:lnTo>
                    <a:pt x="379612" y="120649"/>
                  </a:lnTo>
                  <a:lnTo>
                    <a:pt x="357318" y="120649"/>
                  </a:lnTo>
                  <a:lnTo>
                    <a:pt x="356084" y="121919"/>
                  </a:lnTo>
                  <a:lnTo>
                    <a:pt x="435143" y="121919"/>
                  </a:lnTo>
                  <a:lnTo>
                    <a:pt x="435968" y="120649"/>
                  </a:lnTo>
                  <a:lnTo>
                    <a:pt x="513997" y="110489"/>
                  </a:lnTo>
                  <a:lnTo>
                    <a:pt x="523911" y="107949"/>
                  </a:lnTo>
                  <a:lnTo>
                    <a:pt x="542486" y="105409"/>
                  </a:lnTo>
                  <a:lnTo>
                    <a:pt x="552399" y="102869"/>
                  </a:lnTo>
                  <a:lnTo>
                    <a:pt x="561683" y="101599"/>
                  </a:lnTo>
                  <a:lnTo>
                    <a:pt x="571596" y="99059"/>
                  </a:lnTo>
                  <a:lnTo>
                    <a:pt x="580880" y="97789"/>
                  </a:lnTo>
                  <a:lnTo>
                    <a:pt x="590172" y="95249"/>
                  </a:lnTo>
                  <a:lnTo>
                    <a:pt x="602561" y="91439"/>
                  </a:lnTo>
                  <a:lnTo>
                    <a:pt x="609368" y="88899"/>
                  </a:lnTo>
                  <a:lnTo>
                    <a:pt x="615563" y="86359"/>
                  </a:lnTo>
                  <a:lnTo>
                    <a:pt x="621758" y="85089"/>
                  </a:lnTo>
                  <a:lnTo>
                    <a:pt x="628565" y="82549"/>
                  </a:lnTo>
                  <a:lnTo>
                    <a:pt x="634760" y="80009"/>
                  </a:lnTo>
                  <a:lnTo>
                    <a:pt x="640955" y="78739"/>
                  </a:lnTo>
                  <a:lnTo>
                    <a:pt x="647762" y="74929"/>
                  </a:lnTo>
                  <a:lnTo>
                    <a:pt x="655199" y="71119"/>
                  </a:lnTo>
                  <a:lnTo>
                    <a:pt x="662006" y="68579"/>
                  </a:lnTo>
                  <a:lnTo>
                    <a:pt x="668822" y="64769"/>
                  </a:lnTo>
                  <a:lnTo>
                    <a:pt x="676251" y="60959"/>
                  </a:lnTo>
                  <a:lnTo>
                    <a:pt x="683067" y="55879"/>
                  </a:lnTo>
                  <a:lnTo>
                    <a:pt x="703506" y="44449"/>
                  </a:lnTo>
                  <a:lnTo>
                    <a:pt x="710322" y="39369"/>
                  </a:lnTo>
                  <a:lnTo>
                    <a:pt x="716534" y="35559"/>
                  </a:lnTo>
                  <a:lnTo>
                    <a:pt x="722659" y="30479"/>
                  </a:lnTo>
                  <a:lnTo>
                    <a:pt x="729475" y="24129"/>
                  </a:lnTo>
                  <a:lnTo>
                    <a:pt x="735083" y="19049"/>
                  </a:lnTo>
                  <a:lnTo>
                    <a:pt x="741295" y="12699"/>
                  </a:lnTo>
                  <a:lnTo>
                    <a:pt x="746817" y="7619"/>
                  </a:lnTo>
                  <a:lnTo>
                    <a:pt x="749319" y="0"/>
                  </a:lnTo>
                  <a:close/>
                </a:path>
                <a:path w="749934" h="173989">
                  <a:moveTo>
                    <a:pt x="264431" y="111759"/>
                  </a:moveTo>
                  <a:lnTo>
                    <a:pt x="256382" y="111759"/>
                  </a:lnTo>
                  <a:lnTo>
                    <a:pt x="252663" y="113029"/>
                  </a:lnTo>
                  <a:lnTo>
                    <a:pt x="270005" y="113029"/>
                  </a:lnTo>
                  <a:lnTo>
                    <a:pt x="264431" y="111759"/>
                  </a:lnTo>
                  <a:close/>
                </a:path>
                <a:path w="749934" h="173989">
                  <a:moveTo>
                    <a:pt x="0" y="0"/>
                  </a:moveTo>
                  <a:lnTo>
                    <a:pt x="36529" y="38099"/>
                  </a:lnTo>
                  <a:lnTo>
                    <a:pt x="56968" y="53339"/>
                  </a:lnTo>
                  <a:lnTo>
                    <a:pt x="66882" y="62229"/>
                  </a:lnTo>
                  <a:lnTo>
                    <a:pt x="77408" y="68579"/>
                  </a:lnTo>
                  <a:lnTo>
                    <a:pt x="88555" y="74929"/>
                  </a:lnTo>
                  <a:lnTo>
                    <a:pt x="100323" y="78739"/>
                  </a:lnTo>
                  <a:lnTo>
                    <a:pt x="126327" y="90169"/>
                  </a:lnTo>
                  <a:lnTo>
                    <a:pt x="135619" y="92709"/>
                  </a:lnTo>
                  <a:lnTo>
                    <a:pt x="152961" y="99059"/>
                  </a:lnTo>
                  <a:lnTo>
                    <a:pt x="161632" y="102869"/>
                  </a:lnTo>
                  <a:lnTo>
                    <a:pt x="170294" y="107949"/>
                  </a:lnTo>
                  <a:lnTo>
                    <a:pt x="170294" y="109219"/>
                  </a:lnTo>
                  <a:lnTo>
                    <a:pt x="169681" y="110489"/>
                  </a:lnTo>
                  <a:lnTo>
                    <a:pt x="242754" y="110489"/>
                  </a:lnTo>
                  <a:lnTo>
                    <a:pt x="232845" y="107949"/>
                  </a:lnTo>
                  <a:lnTo>
                    <a:pt x="222940" y="106679"/>
                  </a:lnTo>
                  <a:lnTo>
                    <a:pt x="203122" y="102869"/>
                  </a:lnTo>
                  <a:lnTo>
                    <a:pt x="193209" y="100329"/>
                  </a:lnTo>
                  <a:lnTo>
                    <a:pt x="183926" y="97789"/>
                  </a:lnTo>
                  <a:lnTo>
                    <a:pt x="175255" y="92709"/>
                  </a:lnTo>
                  <a:lnTo>
                    <a:pt x="165963" y="88899"/>
                  </a:lnTo>
                  <a:lnTo>
                    <a:pt x="146145" y="83819"/>
                  </a:lnTo>
                  <a:lnTo>
                    <a:pt x="136240" y="80009"/>
                  </a:lnTo>
                  <a:lnTo>
                    <a:pt x="126327" y="77469"/>
                  </a:lnTo>
                  <a:lnTo>
                    <a:pt x="84836" y="62229"/>
                  </a:lnTo>
                  <a:lnTo>
                    <a:pt x="46443" y="38099"/>
                  </a:lnTo>
                  <a:lnTo>
                    <a:pt x="11759" y="8889"/>
                  </a:lnTo>
                  <a:lnTo>
                    <a:pt x="0" y="0"/>
                  </a:lnTo>
                  <a:close/>
                </a:path>
                <a:path w="749934" h="173989">
                  <a:moveTo>
                    <a:pt x="709773" y="76142"/>
                  </a:moveTo>
                  <a:lnTo>
                    <a:pt x="709581" y="76274"/>
                  </a:lnTo>
                  <a:lnTo>
                    <a:pt x="709718" y="76199"/>
                  </a:lnTo>
                  <a:close/>
                </a:path>
                <a:path w="749934" h="173989">
                  <a:moveTo>
                    <a:pt x="711530" y="74929"/>
                  </a:moveTo>
                  <a:lnTo>
                    <a:pt x="710926" y="74929"/>
                  </a:lnTo>
                  <a:lnTo>
                    <a:pt x="709773" y="76142"/>
                  </a:lnTo>
                  <a:lnTo>
                    <a:pt x="711530" y="7492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865741" y="4601781"/>
              <a:ext cx="61594" cy="20955"/>
            </a:xfrm>
            <a:custGeom>
              <a:avLst/>
              <a:gdLst/>
              <a:ahLst/>
              <a:cxnLst/>
              <a:rect l="l" t="t" r="r" b="b"/>
              <a:pathLst>
                <a:path w="61595" h="20954">
                  <a:moveTo>
                    <a:pt x="45808" y="16814"/>
                  </a:moveTo>
                  <a:lnTo>
                    <a:pt x="40208" y="15570"/>
                  </a:lnTo>
                  <a:lnTo>
                    <a:pt x="29070" y="14325"/>
                  </a:lnTo>
                  <a:lnTo>
                    <a:pt x="23558" y="14325"/>
                  </a:lnTo>
                  <a:lnTo>
                    <a:pt x="17945" y="14947"/>
                  </a:lnTo>
                  <a:lnTo>
                    <a:pt x="12331" y="14947"/>
                  </a:lnTo>
                  <a:lnTo>
                    <a:pt x="6819" y="15570"/>
                  </a:lnTo>
                  <a:lnTo>
                    <a:pt x="1206" y="15570"/>
                  </a:lnTo>
                  <a:lnTo>
                    <a:pt x="0" y="18059"/>
                  </a:lnTo>
                  <a:lnTo>
                    <a:pt x="596" y="19939"/>
                  </a:lnTo>
                  <a:lnTo>
                    <a:pt x="1816" y="20561"/>
                  </a:lnTo>
                  <a:lnTo>
                    <a:pt x="11734" y="20561"/>
                  </a:lnTo>
                  <a:lnTo>
                    <a:pt x="16738" y="19939"/>
                  </a:lnTo>
                  <a:lnTo>
                    <a:pt x="21056" y="19939"/>
                  </a:lnTo>
                  <a:lnTo>
                    <a:pt x="25971" y="19316"/>
                  </a:lnTo>
                  <a:lnTo>
                    <a:pt x="40208" y="19316"/>
                  </a:lnTo>
                  <a:lnTo>
                    <a:pt x="41503" y="18681"/>
                  </a:lnTo>
                  <a:lnTo>
                    <a:pt x="43307" y="18681"/>
                  </a:lnTo>
                  <a:lnTo>
                    <a:pt x="45212" y="18059"/>
                  </a:lnTo>
                  <a:lnTo>
                    <a:pt x="45808" y="16814"/>
                  </a:lnTo>
                  <a:close/>
                </a:path>
                <a:path w="61595" h="20954">
                  <a:moveTo>
                    <a:pt x="61341" y="1866"/>
                  </a:moveTo>
                  <a:lnTo>
                    <a:pt x="55740" y="622"/>
                  </a:lnTo>
                  <a:lnTo>
                    <a:pt x="49517" y="0"/>
                  </a:lnTo>
                  <a:lnTo>
                    <a:pt x="11734" y="0"/>
                  </a:lnTo>
                  <a:lnTo>
                    <a:pt x="9918" y="4356"/>
                  </a:lnTo>
                  <a:lnTo>
                    <a:pt x="16129" y="5600"/>
                  </a:lnTo>
                  <a:lnTo>
                    <a:pt x="21653" y="6235"/>
                  </a:lnTo>
                  <a:lnTo>
                    <a:pt x="47015" y="3733"/>
                  </a:lnTo>
                  <a:lnTo>
                    <a:pt x="59448" y="4978"/>
                  </a:lnTo>
                  <a:lnTo>
                    <a:pt x="60045" y="4356"/>
                  </a:lnTo>
                  <a:lnTo>
                    <a:pt x="61341" y="3733"/>
                  </a:lnTo>
                  <a:lnTo>
                    <a:pt x="61341" y="18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834772" y="4621085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10">
                  <a:moveTo>
                    <a:pt x="2502" y="0"/>
                  </a:moveTo>
                  <a:lnTo>
                    <a:pt x="0" y="3737"/>
                  </a:lnTo>
                  <a:lnTo>
                    <a:pt x="1207" y="3737"/>
                  </a:lnTo>
                  <a:lnTo>
                    <a:pt x="1898" y="2491"/>
                  </a:lnTo>
                  <a:lnTo>
                    <a:pt x="3105" y="1245"/>
                  </a:lnTo>
                  <a:lnTo>
                    <a:pt x="3105" y="622"/>
                  </a:lnTo>
                  <a:lnTo>
                    <a:pt x="25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951671" y="4632312"/>
              <a:ext cx="939800" cy="58419"/>
            </a:xfrm>
            <a:custGeom>
              <a:avLst/>
              <a:gdLst/>
              <a:ahLst/>
              <a:cxnLst/>
              <a:rect l="l" t="t" r="r" b="b"/>
              <a:pathLst>
                <a:path w="939800" h="58420">
                  <a:moveTo>
                    <a:pt x="80505" y="31775"/>
                  </a:moveTo>
                  <a:lnTo>
                    <a:pt x="45212" y="16814"/>
                  </a:lnTo>
                  <a:lnTo>
                    <a:pt x="35915" y="17437"/>
                  </a:lnTo>
                  <a:lnTo>
                    <a:pt x="27254" y="18694"/>
                  </a:lnTo>
                  <a:lnTo>
                    <a:pt x="19202" y="21183"/>
                  </a:lnTo>
                  <a:lnTo>
                    <a:pt x="11150" y="24295"/>
                  </a:lnTo>
                  <a:lnTo>
                    <a:pt x="7429" y="26784"/>
                  </a:lnTo>
                  <a:lnTo>
                    <a:pt x="3098" y="29273"/>
                  </a:lnTo>
                  <a:lnTo>
                    <a:pt x="622" y="32397"/>
                  </a:lnTo>
                  <a:lnTo>
                    <a:pt x="0" y="36766"/>
                  </a:lnTo>
                  <a:lnTo>
                    <a:pt x="1244" y="38011"/>
                  </a:lnTo>
                  <a:lnTo>
                    <a:pt x="3721" y="39255"/>
                  </a:lnTo>
                  <a:lnTo>
                    <a:pt x="9906" y="46101"/>
                  </a:lnTo>
                  <a:lnTo>
                    <a:pt x="44589" y="57937"/>
                  </a:lnTo>
                  <a:lnTo>
                    <a:pt x="52641" y="57937"/>
                  </a:lnTo>
                  <a:lnTo>
                    <a:pt x="60071" y="57315"/>
                  </a:lnTo>
                  <a:lnTo>
                    <a:pt x="62547" y="56692"/>
                  </a:lnTo>
                  <a:lnTo>
                    <a:pt x="65024" y="54203"/>
                  </a:lnTo>
                  <a:lnTo>
                    <a:pt x="65646" y="51092"/>
                  </a:lnTo>
                  <a:lnTo>
                    <a:pt x="65646" y="47358"/>
                  </a:lnTo>
                  <a:lnTo>
                    <a:pt x="66268" y="46101"/>
                  </a:lnTo>
                  <a:lnTo>
                    <a:pt x="67500" y="46101"/>
                  </a:lnTo>
                  <a:lnTo>
                    <a:pt x="74307" y="42989"/>
                  </a:lnTo>
                  <a:lnTo>
                    <a:pt x="77406" y="39255"/>
                  </a:lnTo>
                  <a:lnTo>
                    <a:pt x="78651" y="35521"/>
                  </a:lnTo>
                  <a:lnTo>
                    <a:pt x="80505" y="31775"/>
                  </a:lnTo>
                  <a:close/>
                </a:path>
                <a:path w="939800" h="58420">
                  <a:moveTo>
                    <a:pt x="920889" y="14947"/>
                  </a:moveTo>
                  <a:lnTo>
                    <a:pt x="918387" y="14325"/>
                  </a:lnTo>
                  <a:lnTo>
                    <a:pt x="915276" y="13703"/>
                  </a:lnTo>
                  <a:lnTo>
                    <a:pt x="912863" y="13081"/>
                  </a:lnTo>
                  <a:lnTo>
                    <a:pt x="904151" y="13081"/>
                  </a:lnTo>
                  <a:lnTo>
                    <a:pt x="901039" y="13703"/>
                  </a:lnTo>
                  <a:lnTo>
                    <a:pt x="898537" y="14325"/>
                  </a:lnTo>
                  <a:lnTo>
                    <a:pt x="898537" y="18072"/>
                  </a:lnTo>
                  <a:lnTo>
                    <a:pt x="899223" y="19316"/>
                  </a:lnTo>
                  <a:lnTo>
                    <a:pt x="901649" y="18694"/>
                  </a:lnTo>
                  <a:lnTo>
                    <a:pt x="912863" y="18694"/>
                  </a:lnTo>
                  <a:lnTo>
                    <a:pt x="915885" y="18072"/>
                  </a:lnTo>
                  <a:lnTo>
                    <a:pt x="920889" y="16814"/>
                  </a:lnTo>
                  <a:lnTo>
                    <a:pt x="920889" y="14947"/>
                  </a:lnTo>
                  <a:close/>
                </a:path>
                <a:path w="939800" h="58420">
                  <a:moveTo>
                    <a:pt x="939431" y="4356"/>
                  </a:moveTo>
                  <a:lnTo>
                    <a:pt x="938834" y="1866"/>
                  </a:lnTo>
                  <a:lnTo>
                    <a:pt x="934516" y="1244"/>
                  </a:lnTo>
                  <a:lnTo>
                    <a:pt x="930808" y="622"/>
                  </a:lnTo>
                  <a:lnTo>
                    <a:pt x="926401" y="0"/>
                  </a:lnTo>
                  <a:lnTo>
                    <a:pt x="909751" y="0"/>
                  </a:lnTo>
                  <a:lnTo>
                    <a:pt x="906043" y="622"/>
                  </a:lnTo>
                  <a:lnTo>
                    <a:pt x="905357" y="1866"/>
                  </a:lnTo>
                  <a:lnTo>
                    <a:pt x="905357" y="4978"/>
                  </a:lnTo>
                  <a:lnTo>
                    <a:pt x="906653" y="5613"/>
                  </a:lnTo>
                  <a:lnTo>
                    <a:pt x="931405" y="5613"/>
                  </a:lnTo>
                  <a:lnTo>
                    <a:pt x="935126" y="4978"/>
                  </a:lnTo>
                  <a:lnTo>
                    <a:pt x="939431" y="43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966540" y="4657847"/>
              <a:ext cx="52705" cy="7620"/>
            </a:xfrm>
            <a:custGeom>
              <a:avLst/>
              <a:gdLst/>
              <a:ahLst/>
              <a:cxnLst/>
              <a:rect l="l" t="t" r="r" b="b"/>
              <a:pathLst>
                <a:path w="52704" h="7620">
                  <a:moveTo>
                    <a:pt x="26010" y="0"/>
                  </a:moveTo>
                  <a:lnTo>
                    <a:pt x="19198" y="622"/>
                  </a:lnTo>
                  <a:lnTo>
                    <a:pt x="12385" y="1868"/>
                  </a:lnTo>
                  <a:lnTo>
                    <a:pt x="5573" y="4369"/>
                  </a:lnTo>
                  <a:lnTo>
                    <a:pt x="0" y="7483"/>
                  </a:lnTo>
                  <a:lnTo>
                    <a:pt x="6812" y="7483"/>
                  </a:lnTo>
                  <a:lnTo>
                    <a:pt x="13624" y="6860"/>
                  </a:lnTo>
                  <a:lnTo>
                    <a:pt x="26629" y="6860"/>
                  </a:lnTo>
                  <a:lnTo>
                    <a:pt x="33442" y="6237"/>
                  </a:lnTo>
                  <a:lnTo>
                    <a:pt x="39632" y="6237"/>
                  </a:lnTo>
                  <a:lnTo>
                    <a:pt x="52643" y="4992"/>
                  </a:lnTo>
                  <a:lnTo>
                    <a:pt x="40253" y="1245"/>
                  </a:lnTo>
                  <a:lnTo>
                    <a:pt x="260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705347" y="4666576"/>
              <a:ext cx="338455" cy="124460"/>
            </a:xfrm>
            <a:custGeom>
              <a:avLst/>
              <a:gdLst/>
              <a:ahLst/>
              <a:cxnLst/>
              <a:rect l="l" t="t" r="r" b="b"/>
              <a:pathLst>
                <a:path w="338454" h="124460">
                  <a:moveTo>
                    <a:pt x="137448" y="0"/>
                  </a:moveTo>
                  <a:lnTo>
                    <a:pt x="133134" y="1245"/>
                  </a:lnTo>
                  <a:lnTo>
                    <a:pt x="129424" y="1868"/>
                  </a:lnTo>
                  <a:lnTo>
                    <a:pt x="125110" y="3114"/>
                  </a:lnTo>
                  <a:lnTo>
                    <a:pt x="122608" y="6229"/>
                  </a:lnTo>
                  <a:lnTo>
                    <a:pt x="126922" y="8098"/>
                  </a:lnTo>
                  <a:lnTo>
                    <a:pt x="131322" y="8720"/>
                  </a:lnTo>
                  <a:lnTo>
                    <a:pt x="135032" y="8098"/>
                  </a:lnTo>
                  <a:lnTo>
                    <a:pt x="139346" y="6852"/>
                  </a:lnTo>
                  <a:lnTo>
                    <a:pt x="143056" y="5606"/>
                  </a:lnTo>
                  <a:lnTo>
                    <a:pt x="147370" y="4983"/>
                  </a:lnTo>
                  <a:lnTo>
                    <a:pt x="151684" y="4983"/>
                  </a:lnTo>
                  <a:lnTo>
                    <a:pt x="156688" y="6229"/>
                  </a:lnTo>
                  <a:lnTo>
                    <a:pt x="159794" y="8098"/>
                  </a:lnTo>
                  <a:lnTo>
                    <a:pt x="162900" y="8720"/>
                  </a:lnTo>
                  <a:lnTo>
                    <a:pt x="169716" y="7475"/>
                  </a:lnTo>
                  <a:lnTo>
                    <a:pt x="173426" y="7475"/>
                  </a:lnTo>
                  <a:lnTo>
                    <a:pt x="176532" y="8098"/>
                  </a:lnTo>
                  <a:lnTo>
                    <a:pt x="178948" y="9966"/>
                  </a:lnTo>
                  <a:lnTo>
                    <a:pt x="180846" y="13081"/>
                  </a:lnTo>
                  <a:lnTo>
                    <a:pt x="187058" y="14950"/>
                  </a:lnTo>
                  <a:lnTo>
                    <a:pt x="199395" y="17441"/>
                  </a:lnTo>
                  <a:lnTo>
                    <a:pt x="211819" y="18687"/>
                  </a:lnTo>
                  <a:lnTo>
                    <a:pt x="257633" y="18687"/>
                  </a:lnTo>
                  <a:lnTo>
                    <a:pt x="269970" y="19933"/>
                  </a:lnTo>
                  <a:lnTo>
                    <a:pt x="282998" y="22425"/>
                  </a:lnTo>
                  <a:lnTo>
                    <a:pt x="279892" y="23048"/>
                  </a:lnTo>
                  <a:lnTo>
                    <a:pt x="261946" y="23048"/>
                  </a:lnTo>
                  <a:lnTo>
                    <a:pt x="258840" y="23671"/>
                  </a:lnTo>
                  <a:lnTo>
                    <a:pt x="253923" y="24294"/>
                  </a:lnTo>
                  <a:lnTo>
                    <a:pt x="249609" y="24294"/>
                  </a:lnTo>
                  <a:lnTo>
                    <a:pt x="244605" y="24916"/>
                  </a:lnTo>
                  <a:lnTo>
                    <a:pt x="239687" y="24294"/>
                  </a:lnTo>
                  <a:lnTo>
                    <a:pt x="234683" y="24916"/>
                  </a:lnTo>
                  <a:lnTo>
                    <a:pt x="229765" y="24916"/>
                  </a:lnTo>
                  <a:lnTo>
                    <a:pt x="221051" y="27417"/>
                  </a:lnTo>
                  <a:lnTo>
                    <a:pt x="226055" y="28040"/>
                  </a:lnTo>
                  <a:lnTo>
                    <a:pt x="258237" y="28040"/>
                  </a:lnTo>
                  <a:lnTo>
                    <a:pt x="263845" y="28663"/>
                  </a:lnTo>
                  <a:lnTo>
                    <a:pt x="271868" y="29286"/>
                  </a:lnTo>
                  <a:lnTo>
                    <a:pt x="280496" y="28663"/>
                  </a:lnTo>
                  <a:lnTo>
                    <a:pt x="289814" y="28663"/>
                  </a:lnTo>
                  <a:lnTo>
                    <a:pt x="298528" y="28040"/>
                  </a:lnTo>
                  <a:lnTo>
                    <a:pt x="307156" y="28040"/>
                  </a:lnTo>
                  <a:lnTo>
                    <a:pt x="315870" y="28663"/>
                  </a:lnTo>
                  <a:lnTo>
                    <a:pt x="323894" y="30531"/>
                  </a:lnTo>
                  <a:lnTo>
                    <a:pt x="331314" y="33646"/>
                  </a:lnTo>
                  <a:lnTo>
                    <a:pt x="328811" y="35515"/>
                  </a:lnTo>
                  <a:lnTo>
                    <a:pt x="321392" y="35515"/>
                  </a:lnTo>
                  <a:lnTo>
                    <a:pt x="314576" y="34892"/>
                  </a:lnTo>
                  <a:lnTo>
                    <a:pt x="285500" y="34892"/>
                  </a:lnTo>
                  <a:lnTo>
                    <a:pt x="278684" y="35515"/>
                  </a:lnTo>
                  <a:lnTo>
                    <a:pt x="271264" y="35515"/>
                  </a:lnTo>
                  <a:lnTo>
                    <a:pt x="264448" y="36138"/>
                  </a:lnTo>
                  <a:lnTo>
                    <a:pt x="257029" y="36138"/>
                  </a:lnTo>
                  <a:lnTo>
                    <a:pt x="215529" y="39875"/>
                  </a:lnTo>
                  <a:lnTo>
                    <a:pt x="215529" y="40498"/>
                  </a:lnTo>
                  <a:lnTo>
                    <a:pt x="221741" y="41121"/>
                  </a:lnTo>
                  <a:lnTo>
                    <a:pt x="258840" y="41121"/>
                  </a:lnTo>
                  <a:lnTo>
                    <a:pt x="265052" y="40498"/>
                  </a:lnTo>
                  <a:lnTo>
                    <a:pt x="302238" y="40498"/>
                  </a:lnTo>
                  <a:lnTo>
                    <a:pt x="314576" y="41744"/>
                  </a:lnTo>
                  <a:lnTo>
                    <a:pt x="313368" y="43613"/>
                  </a:lnTo>
                  <a:lnTo>
                    <a:pt x="311470" y="44859"/>
                  </a:lnTo>
                  <a:lnTo>
                    <a:pt x="309054" y="45482"/>
                  </a:lnTo>
                  <a:lnTo>
                    <a:pt x="307156" y="46727"/>
                  </a:lnTo>
                  <a:lnTo>
                    <a:pt x="285500" y="48596"/>
                  </a:lnTo>
                  <a:lnTo>
                    <a:pt x="278684" y="48596"/>
                  </a:lnTo>
                  <a:lnTo>
                    <a:pt x="271264" y="49219"/>
                  </a:lnTo>
                  <a:lnTo>
                    <a:pt x="208109" y="49219"/>
                  </a:lnTo>
                  <a:lnTo>
                    <a:pt x="194477" y="50465"/>
                  </a:lnTo>
                  <a:lnTo>
                    <a:pt x="191975" y="52957"/>
                  </a:lnTo>
                  <a:lnTo>
                    <a:pt x="201293" y="53580"/>
                  </a:lnTo>
                  <a:lnTo>
                    <a:pt x="248919" y="53580"/>
                  </a:lnTo>
                  <a:lnTo>
                    <a:pt x="268158" y="54825"/>
                  </a:lnTo>
                  <a:lnTo>
                    <a:pt x="247711" y="62932"/>
                  </a:lnTo>
                  <a:lnTo>
                    <a:pt x="165316" y="62932"/>
                  </a:lnTo>
                  <a:lnTo>
                    <a:pt x="166006" y="63555"/>
                  </a:lnTo>
                  <a:lnTo>
                    <a:pt x="166610" y="64801"/>
                  </a:lnTo>
                  <a:lnTo>
                    <a:pt x="167818" y="66047"/>
                  </a:lnTo>
                  <a:lnTo>
                    <a:pt x="195685" y="65424"/>
                  </a:lnTo>
                  <a:lnTo>
                    <a:pt x="197583" y="66670"/>
                  </a:lnTo>
                  <a:lnTo>
                    <a:pt x="195081" y="68538"/>
                  </a:lnTo>
                  <a:lnTo>
                    <a:pt x="191975" y="69784"/>
                  </a:lnTo>
                  <a:lnTo>
                    <a:pt x="188869" y="70407"/>
                  </a:lnTo>
                  <a:lnTo>
                    <a:pt x="185763" y="71653"/>
                  </a:lnTo>
                  <a:lnTo>
                    <a:pt x="185160" y="74768"/>
                  </a:lnTo>
                  <a:lnTo>
                    <a:pt x="182657" y="76014"/>
                  </a:lnTo>
                  <a:lnTo>
                    <a:pt x="179551" y="76636"/>
                  </a:lnTo>
                  <a:lnTo>
                    <a:pt x="176532" y="76014"/>
                  </a:lnTo>
                  <a:lnTo>
                    <a:pt x="174030" y="76014"/>
                  </a:lnTo>
                  <a:lnTo>
                    <a:pt x="172736" y="77259"/>
                  </a:lnTo>
                  <a:lnTo>
                    <a:pt x="172736" y="78505"/>
                  </a:lnTo>
                  <a:lnTo>
                    <a:pt x="188869" y="80374"/>
                  </a:lnTo>
                  <a:lnTo>
                    <a:pt x="193874" y="80374"/>
                  </a:lnTo>
                  <a:lnTo>
                    <a:pt x="205003" y="81620"/>
                  </a:lnTo>
                  <a:lnTo>
                    <a:pt x="214925" y="84112"/>
                  </a:lnTo>
                  <a:lnTo>
                    <a:pt x="206211" y="86603"/>
                  </a:lnTo>
                  <a:lnTo>
                    <a:pt x="196893" y="87849"/>
                  </a:lnTo>
                  <a:lnTo>
                    <a:pt x="182054" y="87849"/>
                  </a:lnTo>
                  <a:lnTo>
                    <a:pt x="177136" y="87226"/>
                  </a:lnTo>
                  <a:lnTo>
                    <a:pt x="175842" y="88472"/>
                  </a:lnTo>
                  <a:lnTo>
                    <a:pt x="175842" y="89726"/>
                  </a:lnTo>
                  <a:lnTo>
                    <a:pt x="183348" y="90349"/>
                  </a:lnTo>
                  <a:lnTo>
                    <a:pt x="197583" y="90349"/>
                  </a:lnTo>
                  <a:lnTo>
                    <a:pt x="205003" y="90972"/>
                  </a:lnTo>
                  <a:lnTo>
                    <a:pt x="219843" y="90972"/>
                  </a:lnTo>
                  <a:lnTo>
                    <a:pt x="227263" y="90349"/>
                  </a:lnTo>
                  <a:lnTo>
                    <a:pt x="234683" y="90349"/>
                  </a:lnTo>
                  <a:lnTo>
                    <a:pt x="240291" y="92841"/>
                  </a:lnTo>
                  <a:lnTo>
                    <a:pt x="240291" y="94087"/>
                  </a:lnTo>
                  <a:lnTo>
                    <a:pt x="237789" y="96579"/>
                  </a:lnTo>
                  <a:lnTo>
                    <a:pt x="232267" y="96579"/>
                  </a:lnTo>
                  <a:lnTo>
                    <a:pt x="221051" y="97825"/>
                  </a:lnTo>
                  <a:lnTo>
                    <a:pt x="215529" y="97825"/>
                  </a:lnTo>
                  <a:lnTo>
                    <a:pt x="209921" y="98447"/>
                  </a:lnTo>
                  <a:lnTo>
                    <a:pt x="191975" y="98447"/>
                  </a:lnTo>
                  <a:lnTo>
                    <a:pt x="190077" y="99693"/>
                  </a:lnTo>
                  <a:lnTo>
                    <a:pt x="190077" y="100316"/>
                  </a:lnTo>
                  <a:lnTo>
                    <a:pt x="190768" y="101562"/>
                  </a:lnTo>
                  <a:lnTo>
                    <a:pt x="191975" y="102808"/>
                  </a:lnTo>
                  <a:lnTo>
                    <a:pt x="196289" y="102808"/>
                  </a:lnTo>
                  <a:lnTo>
                    <a:pt x="199999" y="102185"/>
                  </a:lnTo>
                  <a:lnTo>
                    <a:pt x="204399" y="102185"/>
                  </a:lnTo>
                  <a:lnTo>
                    <a:pt x="208713" y="101562"/>
                  </a:lnTo>
                  <a:lnTo>
                    <a:pt x="220447" y="101562"/>
                  </a:lnTo>
                  <a:lnTo>
                    <a:pt x="224761" y="102185"/>
                  </a:lnTo>
                  <a:lnTo>
                    <a:pt x="218635" y="105923"/>
                  </a:lnTo>
                  <a:lnTo>
                    <a:pt x="211215" y="108414"/>
                  </a:lnTo>
                  <a:lnTo>
                    <a:pt x="203709" y="109660"/>
                  </a:lnTo>
                  <a:lnTo>
                    <a:pt x="195685" y="110283"/>
                  </a:lnTo>
                  <a:lnTo>
                    <a:pt x="170924" y="110283"/>
                  </a:lnTo>
                  <a:lnTo>
                    <a:pt x="163504" y="110906"/>
                  </a:lnTo>
                  <a:lnTo>
                    <a:pt x="161606" y="109037"/>
                  </a:lnTo>
                  <a:lnTo>
                    <a:pt x="138138" y="107791"/>
                  </a:lnTo>
                  <a:lnTo>
                    <a:pt x="79901" y="107791"/>
                  </a:lnTo>
                  <a:lnTo>
                    <a:pt x="67503" y="107168"/>
                  </a:lnTo>
                  <a:lnTo>
                    <a:pt x="60066" y="103431"/>
                  </a:lnTo>
                  <a:lnTo>
                    <a:pt x="56968" y="101562"/>
                  </a:lnTo>
                  <a:lnTo>
                    <a:pt x="55114" y="98447"/>
                  </a:lnTo>
                  <a:lnTo>
                    <a:pt x="76795" y="99070"/>
                  </a:lnTo>
                  <a:lnTo>
                    <a:pt x="135636" y="99070"/>
                  </a:lnTo>
                  <a:lnTo>
                    <a:pt x="154790" y="100316"/>
                  </a:lnTo>
                  <a:lnTo>
                    <a:pt x="156688" y="99693"/>
                  </a:lnTo>
                  <a:lnTo>
                    <a:pt x="157896" y="97825"/>
                  </a:lnTo>
                  <a:lnTo>
                    <a:pt x="157896" y="95956"/>
                  </a:lnTo>
                  <a:lnTo>
                    <a:pt x="157292" y="94087"/>
                  </a:lnTo>
                  <a:lnTo>
                    <a:pt x="138138" y="94087"/>
                  </a:lnTo>
                  <a:lnTo>
                    <a:pt x="131322" y="93464"/>
                  </a:lnTo>
                  <a:lnTo>
                    <a:pt x="118295" y="93464"/>
                  </a:lnTo>
                  <a:lnTo>
                    <a:pt x="112083" y="92841"/>
                  </a:lnTo>
                  <a:lnTo>
                    <a:pt x="73085" y="92841"/>
                  </a:lnTo>
                  <a:lnTo>
                    <a:pt x="66882" y="93464"/>
                  </a:lnTo>
                  <a:lnTo>
                    <a:pt x="60066" y="93464"/>
                  </a:lnTo>
                  <a:lnTo>
                    <a:pt x="53871" y="94087"/>
                  </a:lnTo>
                  <a:lnTo>
                    <a:pt x="50782" y="92841"/>
                  </a:lnTo>
                  <a:lnTo>
                    <a:pt x="48919" y="90972"/>
                  </a:lnTo>
                  <a:lnTo>
                    <a:pt x="47685" y="88472"/>
                  </a:lnTo>
                  <a:lnTo>
                    <a:pt x="45821" y="85980"/>
                  </a:lnTo>
                  <a:lnTo>
                    <a:pt x="80505" y="84112"/>
                  </a:lnTo>
                  <a:lnTo>
                    <a:pt x="103455" y="84112"/>
                  </a:lnTo>
                  <a:lnTo>
                    <a:pt x="136844" y="85980"/>
                  </a:lnTo>
                  <a:lnTo>
                    <a:pt x="141158" y="85980"/>
                  </a:lnTo>
                  <a:lnTo>
                    <a:pt x="145558" y="87226"/>
                  </a:lnTo>
                  <a:lnTo>
                    <a:pt x="149872" y="87226"/>
                  </a:lnTo>
                  <a:lnTo>
                    <a:pt x="153582" y="84734"/>
                  </a:lnTo>
                  <a:lnTo>
                    <a:pt x="153582" y="80997"/>
                  </a:lnTo>
                  <a:lnTo>
                    <a:pt x="152978" y="80374"/>
                  </a:lnTo>
                  <a:lnTo>
                    <a:pt x="125110" y="78505"/>
                  </a:lnTo>
                  <a:lnTo>
                    <a:pt x="115189" y="78505"/>
                  </a:lnTo>
                  <a:lnTo>
                    <a:pt x="105267" y="77882"/>
                  </a:lnTo>
                  <a:lnTo>
                    <a:pt x="76795" y="77882"/>
                  </a:lnTo>
                  <a:lnTo>
                    <a:pt x="68116" y="79128"/>
                  </a:lnTo>
                  <a:lnTo>
                    <a:pt x="63784" y="79128"/>
                  </a:lnTo>
                  <a:lnTo>
                    <a:pt x="58832" y="79751"/>
                  </a:lnTo>
                  <a:lnTo>
                    <a:pt x="54492" y="79751"/>
                  </a:lnTo>
                  <a:lnTo>
                    <a:pt x="50161" y="80374"/>
                  </a:lnTo>
                  <a:lnTo>
                    <a:pt x="42724" y="84112"/>
                  </a:lnTo>
                  <a:lnTo>
                    <a:pt x="28488" y="80374"/>
                  </a:lnTo>
                  <a:lnTo>
                    <a:pt x="17954" y="79128"/>
                  </a:lnTo>
                  <a:lnTo>
                    <a:pt x="13002" y="79128"/>
                  </a:lnTo>
                  <a:lnTo>
                    <a:pt x="8049" y="78505"/>
                  </a:lnTo>
                  <a:lnTo>
                    <a:pt x="2476" y="78505"/>
                  </a:lnTo>
                  <a:lnTo>
                    <a:pt x="0" y="80374"/>
                  </a:lnTo>
                  <a:lnTo>
                    <a:pt x="4331" y="80997"/>
                  </a:lnTo>
                  <a:lnTo>
                    <a:pt x="9283" y="80997"/>
                  </a:lnTo>
                  <a:lnTo>
                    <a:pt x="13623" y="82243"/>
                  </a:lnTo>
                  <a:lnTo>
                    <a:pt x="47685" y="103431"/>
                  </a:lnTo>
                  <a:lnTo>
                    <a:pt x="52016" y="108414"/>
                  </a:lnTo>
                  <a:lnTo>
                    <a:pt x="93533" y="123996"/>
                  </a:lnTo>
                  <a:lnTo>
                    <a:pt x="102765" y="123996"/>
                  </a:lnTo>
                  <a:lnTo>
                    <a:pt x="111479" y="122750"/>
                  </a:lnTo>
                  <a:lnTo>
                    <a:pt x="120797" y="120250"/>
                  </a:lnTo>
                  <a:lnTo>
                    <a:pt x="128216" y="119627"/>
                  </a:lnTo>
                  <a:lnTo>
                    <a:pt x="142452" y="119627"/>
                  </a:lnTo>
                  <a:lnTo>
                    <a:pt x="149872" y="119004"/>
                  </a:lnTo>
                  <a:lnTo>
                    <a:pt x="179551" y="119004"/>
                  </a:lnTo>
                  <a:lnTo>
                    <a:pt x="186367" y="118381"/>
                  </a:lnTo>
                  <a:lnTo>
                    <a:pt x="193874" y="118381"/>
                  </a:lnTo>
                  <a:lnTo>
                    <a:pt x="200603" y="117135"/>
                  </a:lnTo>
                  <a:lnTo>
                    <a:pt x="237185" y="106545"/>
                  </a:lnTo>
                  <a:lnTo>
                    <a:pt x="239687" y="105300"/>
                  </a:lnTo>
                  <a:lnTo>
                    <a:pt x="242793" y="103431"/>
                  </a:lnTo>
                  <a:lnTo>
                    <a:pt x="245209" y="101562"/>
                  </a:lnTo>
                  <a:lnTo>
                    <a:pt x="248919" y="97825"/>
                  </a:lnTo>
                  <a:lnTo>
                    <a:pt x="248919" y="94710"/>
                  </a:lnTo>
                  <a:lnTo>
                    <a:pt x="226055" y="78505"/>
                  </a:lnTo>
                  <a:lnTo>
                    <a:pt x="221051" y="77259"/>
                  </a:lnTo>
                  <a:lnTo>
                    <a:pt x="210525" y="76014"/>
                  </a:lnTo>
                  <a:lnTo>
                    <a:pt x="210525" y="74145"/>
                  </a:lnTo>
                  <a:lnTo>
                    <a:pt x="219239" y="72276"/>
                  </a:lnTo>
                  <a:lnTo>
                    <a:pt x="227867" y="71653"/>
                  </a:lnTo>
                  <a:lnTo>
                    <a:pt x="245209" y="72899"/>
                  </a:lnTo>
                  <a:lnTo>
                    <a:pt x="253923" y="72899"/>
                  </a:lnTo>
                  <a:lnTo>
                    <a:pt x="261946" y="71653"/>
                  </a:lnTo>
                  <a:lnTo>
                    <a:pt x="268762" y="67916"/>
                  </a:lnTo>
                  <a:lnTo>
                    <a:pt x="274974" y="61686"/>
                  </a:lnTo>
                  <a:lnTo>
                    <a:pt x="306552" y="54203"/>
                  </a:lnTo>
                  <a:lnTo>
                    <a:pt x="338129" y="33023"/>
                  </a:lnTo>
                  <a:lnTo>
                    <a:pt x="336922" y="28663"/>
                  </a:lnTo>
                  <a:lnTo>
                    <a:pt x="335023" y="24916"/>
                  </a:lnTo>
                  <a:lnTo>
                    <a:pt x="312764" y="19310"/>
                  </a:lnTo>
                  <a:lnTo>
                    <a:pt x="259444" y="10589"/>
                  </a:lnTo>
                  <a:lnTo>
                    <a:pt x="245209" y="6852"/>
                  </a:lnTo>
                  <a:lnTo>
                    <a:pt x="237789" y="5606"/>
                  </a:lnTo>
                  <a:lnTo>
                    <a:pt x="230369" y="4983"/>
                  </a:lnTo>
                  <a:lnTo>
                    <a:pt x="223553" y="6852"/>
                  </a:lnTo>
                  <a:lnTo>
                    <a:pt x="216133" y="9966"/>
                  </a:lnTo>
                  <a:lnTo>
                    <a:pt x="211215" y="9343"/>
                  </a:lnTo>
                  <a:lnTo>
                    <a:pt x="196289" y="9343"/>
                  </a:lnTo>
                  <a:lnTo>
                    <a:pt x="191372" y="8720"/>
                  </a:lnTo>
                  <a:lnTo>
                    <a:pt x="187662" y="7475"/>
                  </a:lnTo>
                  <a:lnTo>
                    <a:pt x="184556" y="4983"/>
                  </a:lnTo>
                  <a:lnTo>
                    <a:pt x="182054" y="622"/>
                  </a:lnTo>
                  <a:lnTo>
                    <a:pt x="137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967779" y="4667822"/>
              <a:ext cx="48260" cy="9525"/>
            </a:xfrm>
            <a:custGeom>
              <a:avLst/>
              <a:gdLst/>
              <a:ahLst/>
              <a:cxnLst/>
              <a:rect l="l" t="t" r="r" b="b"/>
              <a:pathLst>
                <a:path w="48259" h="9525">
                  <a:moveTo>
                    <a:pt x="39635" y="0"/>
                  </a:moveTo>
                  <a:lnTo>
                    <a:pt x="36538" y="0"/>
                  </a:lnTo>
                  <a:lnTo>
                    <a:pt x="27248" y="1245"/>
                  </a:lnTo>
                  <a:lnTo>
                    <a:pt x="9289" y="3737"/>
                  </a:lnTo>
                  <a:lnTo>
                    <a:pt x="4334" y="4983"/>
                  </a:lnTo>
                  <a:lnTo>
                    <a:pt x="0" y="6229"/>
                  </a:lnTo>
                  <a:lnTo>
                    <a:pt x="1238" y="7475"/>
                  </a:lnTo>
                  <a:lnTo>
                    <a:pt x="3096" y="8720"/>
                  </a:lnTo>
                  <a:lnTo>
                    <a:pt x="4954" y="9343"/>
                  </a:lnTo>
                  <a:lnTo>
                    <a:pt x="6811" y="9343"/>
                  </a:lnTo>
                  <a:lnTo>
                    <a:pt x="11147" y="7475"/>
                  </a:lnTo>
                  <a:lnTo>
                    <a:pt x="21055" y="6229"/>
                  </a:lnTo>
                  <a:lnTo>
                    <a:pt x="32203" y="6229"/>
                  </a:lnTo>
                  <a:lnTo>
                    <a:pt x="37772" y="5606"/>
                  </a:lnTo>
                  <a:lnTo>
                    <a:pt x="43345" y="4360"/>
                  </a:lnTo>
                  <a:lnTo>
                    <a:pt x="47685" y="1245"/>
                  </a:lnTo>
                  <a:lnTo>
                    <a:pt x="45209" y="1245"/>
                  </a:lnTo>
                  <a:lnTo>
                    <a:pt x="42112" y="622"/>
                  </a:lnTo>
                  <a:lnTo>
                    <a:pt x="396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817430" y="4679035"/>
              <a:ext cx="39370" cy="8890"/>
            </a:xfrm>
            <a:custGeom>
              <a:avLst/>
              <a:gdLst/>
              <a:ahLst/>
              <a:cxnLst/>
              <a:rect l="l" t="t" r="r" b="b"/>
              <a:pathLst>
                <a:path w="39370" h="8889">
                  <a:moveTo>
                    <a:pt x="19843" y="0"/>
                  </a:moveTo>
                  <a:lnTo>
                    <a:pt x="9921" y="1245"/>
                  </a:lnTo>
                  <a:lnTo>
                    <a:pt x="4917" y="2491"/>
                  </a:lnTo>
                  <a:lnTo>
                    <a:pt x="603" y="4360"/>
                  </a:lnTo>
                  <a:lnTo>
                    <a:pt x="0" y="5606"/>
                  </a:lnTo>
                  <a:lnTo>
                    <a:pt x="0" y="6852"/>
                  </a:lnTo>
                  <a:lnTo>
                    <a:pt x="1898" y="8720"/>
                  </a:lnTo>
                  <a:lnTo>
                    <a:pt x="4917" y="8098"/>
                  </a:lnTo>
                  <a:lnTo>
                    <a:pt x="8714" y="8098"/>
                  </a:lnTo>
                  <a:lnTo>
                    <a:pt x="11733" y="7475"/>
                  </a:lnTo>
                  <a:lnTo>
                    <a:pt x="30973" y="7475"/>
                  </a:lnTo>
                  <a:lnTo>
                    <a:pt x="33475" y="6852"/>
                  </a:lnTo>
                  <a:lnTo>
                    <a:pt x="35891" y="6852"/>
                  </a:lnTo>
                  <a:lnTo>
                    <a:pt x="38393" y="5606"/>
                  </a:lnTo>
                  <a:lnTo>
                    <a:pt x="38997" y="3114"/>
                  </a:lnTo>
                  <a:lnTo>
                    <a:pt x="34683" y="1868"/>
                  </a:lnTo>
                  <a:lnTo>
                    <a:pt x="198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988215" y="4679658"/>
              <a:ext cx="20320" cy="1905"/>
            </a:xfrm>
            <a:custGeom>
              <a:avLst/>
              <a:gdLst/>
              <a:ahLst/>
              <a:cxnLst/>
              <a:rect l="l" t="t" r="r" b="b"/>
              <a:pathLst>
                <a:path w="20320" h="1904">
                  <a:moveTo>
                    <a:pt x="19820" y="0"/>
                  </a:moveTo>
                  <a:lnTo>
                    <a:pt x="4334" y="0"/>
                  </a:lnTo>
                  <a:lnTo>
                    <a:pt x="2477" y="622"/>
                  </a:lnTo>
                  <a:lnTo>
                    <a:pt x="0" y="1245"/>
                  </a:lnTo>
                  <a:lnTo>
                    <a:pt x="2477" y="1868"/>
                  </a:lnTo>
                  <a:lnTo>
                    <a:pt x="17335" y="1868"/>
                  </a:lnTo>
                  <a:lnTo>
                    <a:pt x="19820" y="1245"/>
                  </a:lnTo>
                  <a:lnTo>
                    <a:pt x="198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918232" y="4691494"/>
              <a:ext cx="954405" cy="252095"/>
            </a:xfrm>
            <a:custGeom>
              <a:avLst/>
              <a:gdLst/>
              <a:ahLst/>
              <a:cxnLst/>
              <a:rect l="l" t="t" r="r" b="b"/>
              <a:pathLst>
                <a:path w="954404" h="252095">
                  <a:moveTo>
                    <a:pt x="465696" y="106565"/>
                  </a:moveTo>
                  <a:lnTo>
                    <a:pt x="463842" y="102819"/>
                  </a:lnTo>
                  <a:lnTo>
                    <a:pt x="457034" y="107188"/>
                  </a:lnTo>
                  <a:lnTo>
                    <a:pt x="442163" y="113411"/>
                  </a:lnTo>
                  <a:lnTo>
                    <a:pt x="434111" y="115900"/>
                  </a:lnTo>
                  <a:lnTo>
                    <a:pt x="418020" y="118402"/>
                  </a:lnTo>
                  <a:lnTo>
                    <a:pt x="409346" y="119024"/>
                  </a:lnTo>
                  <a:lnTo>
                    <a:pt x="400050" y="118402"/>
                  </a:lnTo>
                  <a:lnTo>
                    <a:pt x="393242" y="117767"/>
                  </a:lnTo>
                  <a:lnTo>
                    <a:pt x="387667" y="120269"/>
                  </a:lnTo>
                  <a:lnTo>
                    <a:pt x="382714" y="124002"/>
                  </a:lnTo>
                  <a:lnTo>
                    <a:pt x="378383" y="128371"/>
                  </a:lnTo>
                  <a:lnTo>
                    <a:pt x="373430" y="132727"/>
                  </a:lnTo>
                  <a:lnTo>
                    <a:pt x="368477" y="136474"/>
                  </a:lnTo>
                  <a:lnTo>
                    <a:pt x="362902" y="138341"/>
                  </a:lnTo>
                  <a:lnTo>
                    <a:pt x="356082" y="137718"/>
                  </a:lnTo>
                  <a:lnTo>
                    <a:pt x="355460" y="138341"/>
                  </a:lnTo>
                  <a:lnTo>
                    <a:pt x="354850" y="138341"/>
                  </a:lnTo>
                  <a:lnTo>
                    <a:pt x="354850" y="139585"/>
                  </a:lnTo>
                  <a:lnTo>
                    <a:pt x="366610" y="140830"/>
                  </a:lnTo>
                  <a:lnTo>
                    <a:pt x="367233" y="150799"/>
                  </a:lnTo>
                  <a:lnTo>
                    <a:pt x="370954" y="156400"/>
                  </a:lnTo>
                  <a:lnTo>
                    <a:pt x="383946" y="171361"/>
                  </a:lnTo>
                  <a:lnTo>
                    <a:pt x="388289" y="175717"/>
                  </a:lnTo>
                  <a:lnTo>
                    <a:pt x="401294" y="190677"/>
                  </a:lnTo>
                  <a:lnTo>
                    <a:pt x="401294" y="194411"/>
                  </a:lnTo>
                  <a:lnTo>
                    <a:pt x="400050" y="198158"/>
                  </a:lnTo>
                  <a:lnTo>
                    <a:pt x="398195" y="201269"/>
                  </a:lnTo>
                  <a:lnTo>
                    <a:pt x="395719" y="205003"/>
                  </a:lnTo>
                  <a:lnTo>
                    <a:pt x="392620" y="207505"/>
                  </a:lnTo>
                  <a:lnTo>
                    <a:pt x="389521" y="210616"/>
                  </a:lnTo>
                  <a:lnTo>
                    <a:pt x="383336" y="215595"/>
                  </a:lnTo>
                  <a:lnTo>
                    <a:pt x="377139" y="216852"/>
                  </a:lnTo>
                  <a:lnTo>
                    <a:pt x="370954" y="217474"/>
                  </a:lnTo>
                  <a:lnTo>
                    <a:pt x="358559" y="216217"/>
                  </a:lnTo>
                  <a:lnTo>
                    <a:pt x="352361" y="214350"/>
                  </a:lnTo>
                  <a:lnTo>
                    <a:pt x="341223" y="210616"/>
                  </a:lnTo>
                  <a:lnTo>
                    <a:pt x="336270" y="208127"/>
                  </a:lnTo>
                  <a:lnTo>
                    <a:pt x="351129" y="208127"/>
                  </a:lnTo>
                  <a:lnTo>
                    <a:pt x="356082" y="207505"/>
                  </a:lnTo>
                  <a:lnTo>
                    <a:pt x="361035" y="207505"/>
                  </a:lnTo>
                  <a:lnTo>
                    <a:pt x="376529" y="209372"/>
                  </a:lnTo>
                  <a:lnTo>
                    <a:pt x="377139" y="208749"/>
                  </a:lnTo>
                  <a:lnTo>
                    <a:pt x="378383" y="208127"/>
                  </a:lnTo>
                  <a:lnTo>
                    <a:pt x="378383" y="205625"/>
                  </a:lnTo>
                  <a:lnTo>
                    <a:pt x="367855" y="204381"/>
                  </a:lnTo>
                  <a:lnTo>
                    <a:pt x="346176" y="203136"/>
                  </a:lnTo>
                  <a:lnTo>
                    <a:pt x="335648" y="203136"/>
                  </a:lnTo>
                  <a:lnTo>
                    <a:pt x="314591" y="204381"/>
                  </a:lnTo>
                  <a:lnTo>
                    <a:pt x="303441" y="205625"/>
                  </a:lnTo>
                  <a:lnTo>
                    <a:pt x="292925" y="206248"/>
                  </a:lnTo>
                  <a:lnTo>
                    <a:pt x="289826" y="204381"/>
                  </a:lnTo>
                  <a:lnTo>
                    <a:pt x="284873" y="205625"/>
                  </a:lnTo>
                  <a:lnTo>
                    <a:pt x="279908" y="206248"/>
                  </a:lnTo>
                  <a:lnTo>
                    <a:pt x="265049" y="206248"/>
                  </a:lnTo>
                  <a:lnTo>
                    <a:pt x="255143" y="207505"/>
                  </a:lnTo>
                  <a:lnTo>
                    <a:pt x="250190" y="209372"/>
                  </a:lnTo>
                  <a:lnTo>
                    <a:pt x="163487" y="209372"/>
                  </a:lnTo>
                  <a:lnTo>
                    <a:pt x="156057" y="205625"/>
                  </a:lnTo>
                  <a:lnTo>
                    <a:pt x="152336" y="204381"/>
                  </a:lnTo>
                  <a:lnTo>
                    <a:pt x="148005" y="203136"/>
                  </a:lnTo>
                  <a:lnTo>
                    <a:pt x="149237" y="201891"/>
                  </a:lnTo>
                  <a:lnTo>
                    <a:pt x="164109" y="201891"/>
                  </a:lnTo>
                  <a:lnTo>
                    <a:pt x="191350" y="199402"/>
                  </a:lnTo>
                  <a:lnTo>
                    <a:pt x="198793" y="199402"/>
                  </a:lnTo>
                  <a:lnTo>
                    <a:pt x="206222" y="198780"/>
                  </a:lnTo>
                  <a:lnTo>
                    <a:pt x="209943" y="200025"/>
                  </a:lnTo>
                  <a:lnTo>
                    <a:pt x="214274" y="200025"/>
                  </a:lnTo>
                  <a:lnTo>
                    <a:pt x="221703" y="198780"/>
                  </a:lnTo>
                  <a:lnTo>
                    <a:pt x="226034" y="197535"/>
                  </a:lnTo>
                  <a:lnTo>
                    <a:pt x="229743" y="196913"/>
                  </a:lnTo>
                  <a:lnTo>
                    <a:pt x="240893" y="196913"/>
                  </a:lnTo>
                  <a:lnTo>
                    <a:pt x="245859" y="198158"/>
                  </a:lnTo>
                  <a:lnTo>
                    <a:pt x="248958" y="198158"/>
                  </a:lnTo>
                  <a:lnTo>
                    <a:pt x="251434" y="198780"/>
                  </a:lnTo>
                  <a:lnTo>
                    <a:pt x="253911" y="198780"/>
                  </a:lnTo>
                  <a:lnTo>
                    <a:pt x="256387" y="198158"/>
                  </a:lnTo>
                  <a:lnTo>
                    <a:pt x="258864" y="196913"/>
                  </a:lnTo>
                  <a:lnTo>
                    <a:pt x="269379" y="196913"/>
                  </a:lnTo>
                  <a:lnTo>
                    <a:pt x="291058" y="195656"/>
                  </a:lnTo>
                  <a:lnTo>
                    <a:pt x="301586" y="194411"/>
                  </a:lnTo>
                  <a:lnTo>
                    <a:pt x="323265" y="193167"/>
                  </a:lnTo>
                  <a:lnTo>
                    <a:pt x="344322" y="194411"/>
                  </a:lnTo>
                  <a:lnTo>
                    <a:pt x="344322" y="192544"/>
                  </a:lnTo>
                  <a:lnTo>
                    <a:pt x="338124" y="191300"/>
                  </a:lnTo>
                  <a:lnTo>
                    <a:pt x="320167" y="191300"/>
                  </a:lnTo>
                  <a:lnTo>
                    <a:pt x="317068" y="190677"/>
                  </a:lnTo>
                  <a:lnTo>
                    <a:pt x="236562" y="193789"/>
                  </a:lnTo>
                  <a:lnTo>
                    <a:pt x="203746" y="193789"/>
                  </a:lnTo>
                  <a:lnTo>
                    <a:pt x="187642" y="194411"/>
                  </a:lnTo>
                  <a:lnTo>
                    <a:pt x="170929" y="194411"/>
                  </a:lnTo>
                  <a:lnTo>
                    <a:pt x="154813" y="195033"/>
                  </a:lnTo>
                  <a:lnTo>
                    <a:pt x="138099" y="195033"/>
                  </a:lnTo>
                  <a:lnTo>
                    <a:pt x="73698" y="197535"/>
                  </a:lnTo>
                  <a:lnTo>
                    <a:pt x="57594" y="198780"/>
                  </a:lnTo>
                  <a:lnTo>
                    <a:pt x="57594" y="201891"/>
                  </a:lnTo>
                  <a:lnTo>
                    <a:pt x="70599" y="203136"/>
                  </a:lnTo>
                  <a:lnTo>
                    <a:pt x="110845" y="203136"/>
                  </a:lnTo>
                  <a:lnTo>
                    <a:pt x="112090" y="204381"/>
                  </a:lnTo>
                  <a:lnTo>
                    <a:pt x="104660" y="209372"/>
                  </a:lnTo>
                  <a:lnTo>
                    <a:pt x="80505" y="211239"/>
                  </a:lnTo>
                  <a:lnTo>
                    <a:pt x="73075" y="211239"/>
                  </a:lnTo>
                  <a:lnTo>
                    <a:pt x="41490" y="213728"/>
                  </a:lnTo>
                  <a:lnTo>
                    <a:pt x="34061" y="212483"/>
                  </a:lnTo>
                  <a:lnTo>
                    <a:pt x="29718" y="212483"/>
                  </a:lnTo>
                  <a:lnTo>
                    <a:pt x="26631" y="211239"/>
                  </a:lnTo>
                  <a:lnTo>
                    <a:pt x="22910" y="210616"/>
                  </a:lnTo>
                  <a:lnTo>
                    <a:pt x="16713" y="206883"/>
                  </a:lnTo>
                  <a:lnTo>
                    <a:pt x="14859" y="203758"/>
                  </a:lnTo>
                  <a:lnTo>
                    <a:pt x="17335" y="203136"/>
                  </a:lnTo>
                  <a:lnTo>
                    <a:pt x="34683" y="203136"/>
                  </a:lnTo>
                  <a:lnTo>
                    <a:pt x="37160" y="202514"/>
                  </a:lnTo>
                  <a:lnTo>
                    <a:pt x="37160" y="200647"/>
                  </a:lnTo>
                  <a:lnTo>
                    <a:pt x="27241" y="198780"/>
                  </a:lnTo>
                  <a:lnTo>
                    <a:pt x="23533" y="198780"/>
                  </a:lnTo>
                  <a:lnTo>
                    <a:pt x="19812" y="198158"/>
                  </a:lnTo>
                  <a:lnTo>
                    <a:pt x="13004" y="198158"/>
                  </a:lnTo>
                  <a:lnTo>
                    <a:pt x="9283" y="198780"/>
                  </a:lnTo>
                  <a:lnTo>
                    <a:pt x="8051" y="197535"/>
                  </a:lnTo>
                  <a:lnTo>
                    <a:pt x="7429" y="195656"/>
                  </a:lnTo>
                  <a:lnTo>
                    <a:pt x="7429" y="193789"/>
                  </a:lnTo>
                  <a:lnTo>
                    <a:pt x="8051" y="191922"/>
                  </a:lnTo>
                  <a:lnTo>
                    <a:pt x="9283" y="190055"/>
                  </a:lnTo>
                  <a:lnTo>
                    <a:pt x="17335" y="190055"/>
                  </a:lnTo>
                  <a:lnTo>
                    <a:pt x="29108" y="188188"/>
                  </a:lnTo>
                  <a:lnTo>
                    <a:pt x="42113" y="188188"/>
                  </a:lnTo>
                  <a:lnTo>
                    <a:pt x="40246" y="186309"/>
                  </a:lnTo>
                  <a:lnTo>
                    <a:pt x="34683" y="185064"/>
                  </a:lnTo>
                  <a:lnTo>
                    <a:pt x="25387" y="185064"/>
                  </a:lnTo>
                  <a:lnTo>
                    <a:pt x="22288" y="184442"/>
                  </a:lnTo>
                  <a:lnTo>
                    <a:pt x="19812" y="183197"/>
                  </a:lnTo>
                  <a:lnTo>
                    <a:pt x="19812" y="182575"/>
                  </a:lnTo>
                  <a:lnTo>
                    <a:pt x="23533" y="179463"/>
                  </a:lnTo>
                  <a:lnTo>
                    <a:pt x="27241" y="177596"/>
                  </a:lnTo>
                  <a:lnTo>
                    <a:pt x="32194" y="176352"/>
                  </a:lnTo>
                  <a:lnTo>
                    <a:pt x="37160" y="175717"/>
                  </a:lnTo>
                  <a:lnTo>
                    <a:pt x="52019" y="175717"/>
                  </a:lnTo>
                  <a:lnTo>
                    <a:pt x="56972" y="175094"/>
                  </a:lnTo>
                  <a:lnTo>
                    <a:pt x="53873" y="173850"/>
                  </a:lnTo>
                  <a:lnTo>
                    <a:pt x="50165" y="172605"/>
                  </a:lnTo>
                  <a:lnTo>
                    <a:pt x="38392" y="172605"/>
                  </a:lnTo>
                  <a:lnTo>
                    <a:pt x="34683" y="171983"/>
                  </a:lnTo>
                  <a:lnTo>
                    <a:pt x="30962" y="171983"/>
                  </a:lnTo>
                  <a:lnTo>
                    <a:pt x="27863" y="170738"/>
                  </a:lnTo>
                  <a:lnTo>
                    <a:pt x="32194" y="168249"/>
                  </a:lnTo>
                  <a:lnTo>
                    <a:pt x="36537" y="166370"/>
                  </a:lnTo>
                  <a:lnTo>
                    <a:pt x="42113" y="165138"/>
                  </a:lnTo>
                  <a:lnTo>
                    <a:pt x="47066" y="165138"/>
                  </a:lnTo>
                  <a:lnTo>
                    <a:pt x="52641" y="164515"/>
                  </a:lnTo>
                  <a:lnTo>
                    <a:pt x="57594" y="164515"/>
                  </a:lnTo>
                  <a:lnTo>
                    <a:pt x="68122" y="163258"/>
                  </a:lnTo>
                  <a:lnTo>
                    <a:pt x="69977" y="165138"/>
                  </a:lnTo>
                  <a:lnTo>
                    <a:pt x="73698" y="163880"/>
                  </a:lnTo>
                  <a:lnTo>
                    <a:pt x="78028" y="163258"/>
                  </a:lnTo>
                  <a:lnTo>
                    <a:pt x="81749" y="163880"/>
                  </a:lnTo>
                  <a:lnTo>
                    <a:pt x="89801" y="163880"/>
                  </a:lnTo>
                  <a:lnTo>
                    <a:pt x="93510" y="164515"/>
                  </a:lnTo>
                  <a:lnTo>
                    <a:pt x="97231" y="163880"/>
                  </a:lnTo>
                  <a:lnTo>
                    <a:pt x="100317" y="162636"/>
                  </a:lnTo>
                  <a:lnTo>
                    <a:pt x="100317" y="160147"/>
                  </a:lnTo>
                  <a:lnTo>
                    <a:pt x="95377" y="159524"/>
                  </a:lnTo>
                  <a:lnTo>
                    <a:pt x="63169" y="159524"/>
                  </a:lnTo>
                  <a:lnTo>
                    <a:pt x="57594" y="158902"/>
                  </a:lnTo>
                  <a:lnTo>
                    <a:pt x="60071" y="152666"/>
                  </a:lnTo>
                  <a:lnTo>
                    <a:pt x="63779" y="148932"/>
                  </a:lnTo>
                  <a:lnTo>
                    <a:pt x="68122" y="147053"/>
                  </a:lnTo>
                  <a:lnTo>
                    <a:pt x="73698" y="146431"/>
                  </a:lnTo>
                  <a:lnTo>
                    <a:pt x="79883" y="146431"/>
                  </a:lnTo>
                  <a:lnTo>
                    <a:pt x="86080" y="147053"/>
                  </a:lnTo>
                  <a:lnTo>
                    <a:pt x="91655" y="146431"/>
                  </a:lnTo>
                  <a:lnTo>
                    <a:pt x="97231" y="145186"/>
                  </a:lnTo>
                  <a:lnTo>
                    <a:pt x="93510" y="143941"/>
                  </a:lnTo>
                  <a:lnTo>
                    <a:pt x="86080" y="142697"/>
                  </a:lnTo>
                  <a:lnTo>
                    <a:pt x="81749" y="142697"/>
                  </a:lnTo>
                  <a:lnTo>
                    <a:pt x="77406" y="143319"/>
                  </a:lnTo>
                  <a:lnTo>
                    <a:pt x="65024" y="143319"/>
                  </a:lnTo>
                  <a:lnTo>
                    <a:pt x="62547" y="139585"/>
                  </a:lnTo>
                  <a:lnTo>
                    <a:pt x="61925" y="137718"/>
                  </a:lnTo>
                  <a:lnTo>
                    <a:pt x="62547" y="135851"/>
                  </a:lnTo>
                  <a:lnTo>
                    <a:pt x="67500" y="136474"/>
                  </a:lnTo>
                  <a:lnTo>
                    <a:pt x="71831" y="136474"/>
                  </a:lnTo>
                  <a:lnTo>
                    <a:pt x="95377" y="133350"/>
                  </a:lnTo>
                  <a:lnTo>
                    <a:pt x="100317" y="133350"/>
                  </a:lnTo>
                  <a:lnTo>
                    <a:pt x="100317" y="132727"/>
                  </a:lnTo>
                  <a:lnTo>
                    <a:pt x="92278" y="131483"/>
                  </a:lnTo>
                  <a:lnTo>
                    <a:pt x="77406" y="130238"/>
                  </a:lnTo>
                  <a:lnTo>
                    <a:pt x="69977" y="130238"/>
                  </a:lnTo>
                  <a:lnTo>
                    <a:pt x="61925" y="130860"/>
                  </a:lnTo>
                  <a:lnTo>
                    <a:pt x="54495" y="130860"/>
                  </a:lnTo>
                  <a:lnTo>
                    <a:pt x="46443" y="131483"/>
                  </a:lnTo>
                  <a:lnTo>
                    <a:pt x="35915" y="131483"/>
                  </a:lnTo>
                  <a:lnTo>
                    <a:pt x="33439" y="130860"/>
                  </a:lnTo>
                  <a:lnTo>
                    <a:pt x="30962" y="129616"/>
                  </a:lnTo>
                  <a:lnTo>
                    <a:pt x="29108" y="127749"/>
                  </a:lnTo>
                  <a:lnTo>
                    <a:pt x="35293" y="125869"/>
                  </a:lnTo>
                  <a:lnTo>
                    <a:pt x="42113" y="124625"/>
                  </a:lnTo>
                  <a:lnTo>
                    <a:pt x="63169" y="122758"/>
                  </a:lnTo>
                  <a:lnTo>
                    <a:pt x="84836" y="122758"/>
                  </a:lnTo>
                  <a:lnTo>
                    <a:pt x="86080" y="120891"/>
                  </a:lnTo>
                  <a:lnTo>
                    <a:pt x="84226" y="118402"/>
                  </a:lnTo>
                  <a:lnTo>
                    <a:pt x="62547" y="118402"/>
                  </a:lnTo>
                  <a:lnTo>
                    <a:pt x="56972" y="117767"/>
                  </a:lnTo>
                  <a:lnTo>
                    <a:pt x="51396" y="117767"/>
                  </a:lnTo>
                  <a:lnTo>
                    <a:pt x="46443" y="117144"/>
                  </a:lnTo>
                  <a:lnTo>
                    <a:pt x="40868" y="117144"/>
                  </a:lnTo>
                  <a:lnTo>
                    <a:pt x="46443" y="115277"/>
                  </a:lnTo>
                  <a:lnTo>
                    <a:pt x="52641" y="113411"/>
                  </a:lnTo>
                  <a:lnTo>
                    <a:pt x="65646" y="110921"/>
                  </a:lnTo>
                  <a:lnTo>
                    <a:pt x="79883" y="109677"/>
                  </a:lnTo>
                  <a:lnTo>
                    <a:pt x="86702" y="109677"/>
                  </a:lnTo>
                  <a:lnTo>
                    <a:pt x="94132" y="110299"/>
                  </a:lnTo>
                  <a:lnTo>
                    <a:pt x="97231" y="107810"/>
                  </a:lnTo>
                  <a:lnTo>
                    <a:pt x="93510" y="107188"/>
                  </a:lnTo>
                  <a:lnTo>
                    <a:pt x="89801" y="107188"/>
                  </a:lnTo>
                  <a:lnTo>
                    <a:pt x="85458" y="106565"/>
                  </a:lnTo>
                  <a:lnTo>
                    <a:pt x="82359" y="105308"/>
                  </a:lnTo>
                  <a:lnTo>
                    <a:pt x="88557" y="103441"/>
                  </a:lnTo>
                  <a:lnTo>
                    <a:pt x="102184" y="100952"/>
                  </a:lnTo>
                  <a:lnTo>
                    <a:pt x="115798" y="99707"/>
                  </a:lnTo>
                  <a:lnTo>
                    <a:pt x="122618" y="97840"/>
                  </a:lnTo>
                  <a:lnTo>
                    <a:pt x="128816" y="95961"/>
                  </a:lnTo>
                  <a:lnTo>
                    <a:pt x="134391" y="92227"/>
                  </a:lnTo>
                  <a:lnTo>
                    <a:pt x="142430" y="91605"/>
                  </a:lnTo>
                  <a:lnTo>
                    <a:pt x="149860" y="91605"/>
                  </a:lnTo>
                  <a:lnTo>
                    <a:pt x="157911" y="90982"/>
                  </a:lnTo>
                  <a:lnTo>
                    <a:pt x="165341" y="90982"/>
                  </a:lnTo>
                  <a:lnTo>
                    <a:pt x="173405" y="90360"/>
                  </a:lnTo>
                  <a:lnTo>
                    <a:pt x="180835" y="90360"/>
                  </a:lnTo>
                  <a:lnTo>
                    <a:pt x="196303" y="89115"/>
                  </a:lnTo>
                  <a:lnTo>
                    <a:pt x="203746" y="89115"/>
                  </a:lnTo>
                  <a:lnTo>
                    <a:pt x="241515" y="85991"/>
                  </a:lnTo>
                  <a:lnTo>
                    <a:pt x="248958" y="84747"/>
                  </a:lnTo>
                  <a:lnTo>
                    <a:pt x="256387" y="84124"/>
                  </a:lnTo>
                  <a:lnTo>
                    <a:pt x="250190" y="84124"/>
                  </a:lnTo>
                  <a:lnTo>
                    <a:pt x="243992" y="83502"/>
                  </a:lnTo>
                  <a:lnTo>
                    <a:pt x="212420" y="83502"/>
                  </a:lnTo>
                  <a:lnTo>
                    <a:pt x="206222" y="82880"/>
                  </a:lnTo>
                  <a:lnTo>
                    <a:pt x="200025" y="83502"/>
                  </a:lnTo>
                  <a:lnTo>
                    <a:pt x="167830" y="83502"/>
                  </a:lnTo>
                  <a:lnTo>
                    <a:pt x="161632" y="84124"/>
                  </a:lnTo>
                  <a:lnTo>
                    <a:pt x="154813" y="84124"/>
                  </a:lnTo>
                  <a:lnTo>
                    <a:pt x="153581" y="82880"/>
                  </a:lnTo>
                  <a:lnTo>
                    <a:pt x="154190" y="81635"/>
                  </a:lnTo>
                  <a:lnTo>
                    <a:pt x="154190" y="79768"/>
                  </a:lnTo>
                  <a:lnTo>
                    <a:pt x="156679" y="77279"/>
                  </a:lnTo>
                  <a:lnTo>
                    <a:pt x="167208" y="76022"/>
                  </a:lnTo>
                  <a:lnTo>
                    <a:pt x="188252" y="74777"/>
                  </a:lnTo>
                  <a:lnTo>
                    <a:pt x="198793" y="74777"/>
                  </a:lnTo>
                  <a:lnTo>
                    <a:pt x="230987" y="72910"/>
                  </a:lnTo>
                  <a:lnTo>
                    <a:pt x="240893" y="71043"/>
                  </a:lnTo>
                  <a:lnTo>
                    <a:pt x="232841" y="69799"/>
                  </a:lnTo>
                  <a:lnTo>
                    <a:pt x="224790" y="69799"/>
                  </a:lnTo>
                  <a:lnTo>
                    <a:pt x="216750" y="69176"/>
                  </a:lnTo>
                  <a:lnTo>
                    <a:pt x="174015" y="69176"/>
                  </a:lnTo>
                  <a:lnTo>
                    <a:pt x="168440" y="70421"/>
                  </a:lnTo>
                  <a:lnTo>
                    <a:pt x="165963" y="70421"/>
                  </a:lnTo>
                  <a:lnTo>
                    <a:pt x="163487" y="71043"/>
                  </a:lnTo>
                  <a:lnTo>
                    <a:pt x="161010" y="71043"/>
                  </a:lnTo>
                  <a:lnTo>
                    <a:pt x="159156" y="69799"/>
                  </a:lnTo>
                  <a:lnTo>
                    <a:pt x="156679" y="68554"/>
                  </a:lnTo>
                  <a:lnTo>
                    <a:pt x="156057" y="66687"/>
                  </a:lnTo>
                  <a:lnTo>
                    <a:pt x="154813" y="65443"/>
                  </a:lnTo>
                  <a:lnTo>
                    <a:pt x="154190" y="64185"/>
                  </a:lnTo>
                  <a:lnTo>
                    <a:pt x="155435" y="62318"/>
                  </a:lnTo>
                  <a:lnTo>
                    <a:pt x="163487" y="62941"/>
                  </a:lnTo>
                  <a:lnTo>
                    <a:pt x="170929" y="62941"/>
                  </a:lnTo>
                  <a:lnTo>
                    <a:pt x="186397" y="61696"/>
                  </a:lnTo>
                  <a:lnTo>
                    <a:pt x="201879" y="59194"/>
                  </a:lnTo>
                  <a:lnTo>
                    <a:pt x="217373" y="57950"/>
                  </a:lnTo>
                  <a:lnTo>
                    <a:pt x="218605" y="56083"/>
                  </a:lnTo>
                  <a:lnTo>
                    <a:pt x="165341" y="56083"/>
                  </a:lnTo>
                  <a:lnTo>
                    <a:pt x="147383" y="57327"/>
                  </a:lnTo>
                  <a:lnTo>
                    <a:pt x="141808" y="51727"/>
                  </a:lnTo>
                  <a:lnTo>
                    <a:pt x="143052" y="49860"/>
                  </a:lnTo>
                  <a:lnTo>
                    <a:pt x="153581" y="49860"/>
                  </a:lnTo>
                  <a:lnTo>
                    <a:pt x="174637" y="48615"/>
                  </a:lnTo>
                  <a:lnTo>
                    <a:pt x="185166" y="48615"/>
                  </a:lnTo>
                  <a:lnTo>
                    <a:pt x="205600" y="47371"/>
                  </a:lnTo>
                  <a:lnTo>
                    <a:pt x="216128" y="46113"/>
                  </a:lnTo>
                  <a:lnTo>
                    <a:pt x="226656" y="45491"/>
                  </a:lnTo>
                  <a:lnTo>
                    <a:pt x="203746" y="43002"/>
                  </a:lnTo>
                  <a:lnTo>
                    <a:pt x="181444" y="43002"/>
                  </a:lnTo>
                  <a:lnTo>
                    <a:pt x="158534" y="44246"/>
                  </a:lnTo>
                  <a:lnTo>
                    <a:pt x="136245" y="44246"/>
                  </a:lnTo>
                  <a:lnTo>
                    <a:pt x="133769" y="41757"/>
                  </a:lnTo>
                  <a:lnTo>
                    <a:pt x="133769" y="40513"/>
                  </a:lnTo>
                  <a:lnTo>
                    <a:pt x="154190" y="36779"/>
                  </a:lnTo>
                  <a:lnTo>
                    <a:pt x="175260" y="34290"/>
                  </a:lnTo>
                  <a:lnTo>
                    <a:pt x="218605" y="31788"/>
                  </a:lnTo>
                  <a:lnTo>
                    <a:pt x="219849" y="30543"/>
                  </a:lnTo>
                  <a:lnTo>
                    <a:pt x="214274" y="28663"/>
                  </a:lnTo>
                  <a:lnTo>
                    <a:pt x="208076" y="27419"/>
                  </a:lnTo>
                  <a:lnTo>
                    <a:pt x="195072" y="27419"/>
                  </a:lnTo>
                  <a:lnTo>
                    <a:pt x="188252" y="28041"/>
                  </a:lnTo>
                  <a:lnTo>
                    <a:pt x="181444" y="28041"/>
                  </a:lnTo>
                  <a:lnTo>
                    <a:pt x="174637" y="28663"/>
                  </a:lnTo>
                  <a:lnTo>
                    <a:pt x="168440" y="28041"/>
                  </a:lnTo>
                  <a:lnTo>
                    <a:pt x="165341" y="29286"/>
                  </a:lnTo>
                  <a:lnTo>
                    <a:pt x="157911" y="30543"/>
                  </a:lnTo>
                  <a:lnTo>
                    <a:pt x="146761" y="30543"/>
                  </a:lnTo>
                  <a:lnTo>
                    <a:pt x="143052" y="29908"/>
                  </a:lnTo>
                  <a:lnTo>
                    <a:pt x="139954" y="29908"/>
                  </a:lnTo>
                  <a:lnTo>
                    <a:pt x="139954" y="29286"/>
                  </a:lnTo>
                  <a:lnTo>
                    <a:pt x="141808" y="27419"/>
                  </a:lnTo>
                  <a:lnTo>
                    <a:pt x="149860" y="24930"/>
                  </a:lnTo>
                  <a:lnTo>
                    <a:pt x="158534" y="23685"/>
                  </a:lnTo>
                  <a:lnTo>
                    <a:pt x="176491" y="22440"/>
                  </a:lnTo>
                  <a:lnTo>
                    <a:pt x="185166" y="22440"/>
                  </a:lnTo>
                  <a:lnTo>
                    <a:pt x="203123" y="21196"/>
                  </a:lnTo>
                  <a:lnTo>
                    <a:pt x="211797" y="19329"/>
                  </a:lnTo>
                  <a:lnTo>
                    <a:pt x="213029" y="18707"/>
                  </a:lnTo>
                  <a:lnTo>
                    <a:pt x="214896" y="18084"/>
                  </a:lnTo>
                  <a:lnTo>
                    <a:pt x="215506" y="17462"/>
                  </a:lnTo>
                  <a:lnTo>
                    <a:pt x="215506" y="15582"/>
                  </a:lnTo>
                  <a:lnTo>
                    <a:pt x="193827" y="13093"/>
                  </a:lnTo>
                  <a:lnTo>
                    <a:pt x="203746" y="6248"/>
                  </a:lnTo>
                  <a:lnTo>
                    <a:pt x="203746" y="4368"/>
                  </a:lnTo>
                  <a:lnTo>
                    <a:pt x="201879" y="3746"/>
                  </a:lnTo>
                  <a:lnTo>
                    <a:pt x="198170" y="3746"/>
                  </a:lnTo>
                  <a:lnTo>
                    <a:pt x="189496" y="7493"/>
                  </a:lnTo>
                  <a:lnTo>
                    <a:pt x="180213" y="9982"/>
                  </a:lnTo>
                  <a:lnTo>
                    <a:pt x="170929" y="11849"/>
                  </a:lnTo>
                  <a:lnTo>
                    <a:pt x="161010" y="13093"/>
                  </a:lnTo>
                  <a:lnTo>
                    <a:pt x="151714" y="15582"/>
                  </a:lnTo>
                  <a:lnTo>
                    <a:pt x="143052" y="18707"/>
                  </a:lnTo>
                  <a:lnTo>
                    <a:pt x="134391" y="22440"/>
                  </a:lnTo>
                  <a:lnTo>
                    <a:pt x="126949" y="28663"/>
                  </a:lnTo>
                  <a:lnTo>
                    <a:pt x="125717" y="34912"/>
                  </a:lnTo>
                  <a:lnTo>
                    <a:pt x="126949" y="40513"/>
                  </a:lnTo>
                  <a:lnTo>
                    <a:pt x="131902" y="51727"/>
                  </a:lnTo>
                  <a:lnTo>
                    <a:pt x="136867" y="56705"/>
                  </a:lnTo>
                  <a:lnTo>
                    <a:pt x="143052" y="61696"/>
                  </a:lnTo>
                  <a:lnTo>
                    <a:pt x="147383" y="66687"/>
                  </a:lnTo>
                  <a:lnTo>
                    <a:pt x="115798" y="90982"/>
                  </a:lnTo>
                  <a:lnTo>
                    <a:pt x="88557" y="94716"/>
                  </a:lnTo>
                  <a:lnTo>
                    <a:pt x="79260" y="96596"/>
                  </a:lnTo>
                  <a:lnTo>
                    <a:pt x="71831" y="99707"/>
                  </a:lnTo>
                  <a:lnTo>
                    <a:pt x="64401" y="102196"/>
                  </a:lnTo>
                  <a:lnTo>
                    <a:pt x="40868" y="107810"/>
                  </a:lnTo>
                  <a:lnTo>
                    <a:pt x="32816" y="110299"/>
                  </a:lnTo>
                  <a:lnTo>
                    <a:pt x="25387" y="112788"/>
                  </a:lnTo>
                  <a:lnTo>
                    <a:pt x="18580" y="117144"/>
                  </a:lnTo>
                  <a:lnTo>
                    <a:pt x="17957" y="121513"/>
                  </a:lnTo>
                  <a:lnTo>
                    <a:pt x="19189" y="125869"/>
                  </a:lnTo>
                  <a:lnTo>
                    <a:pt x="41490" y="138341"/>
                  </a:lnTo>
                  <a:lnTo>
                    <a:pt x="45199" y="139585"/>
                  </a:lnTo>
                  <a:lnTo>
                    <a:pt x="53873" y="142074"/>
                  </a:lnTo>
                  <a:lnTo>
                    <a:pt x="57594" y="143941"/>
                  </a:lnTo>
                  <a:lnTo>
                    <a:pt x="55727" y="148932"/>
                  </a:lnTo>
                  <a:lnTo>
                    <a:pt x="34683" y="159524"/>
                  </a:lnTo>
                  <a:lnTo>
                    <a:pt x="26009" y="163258"/>
                  </a:lnTo>
                  <a:lnTo>
                    <a:pt x="21056" y="165747"/>
                  </a:lnTo>
                  <a:lnTo>
                    <a:pt x="19812" y="170116"/>
                  </a:lnTo>
                  <a:lnTo>
                    <a:pt x="17957" y="174472"/>
                  </a:lnTo>
                  <a:lnTo>
                    <a:pt x="13627" y="176974"/>
                  </a:lnTo>
                  <a:lnTo>
                    <a:pt x="8661" y="180708"/>
                  </a:lnTo>
                  <a:lnTo>
                    <a:pt x="3708" y="185064"/>
                  </a:lnTo>
                  <a:lnTo>
                    <a:pt x="0" y="190055"/>
                  </a:lnTo>
                  <a:lnTo>
                    <a:pt x="622" y="196278"/>
                  </a:lnTo>
                  <a:lnTo>
                    <a:pt x="39636" y="219964"/>
                  </a:lnTo>
                  <a:lnTo>
                    <a:pt x="65024" y="222453"/>
                  </a:lnTo>
                  <a:lnTo>
                    <a:pt x="78028" y="222453"/>
                  </a:lnTo>
                  <a:lnTo>
                    <a:pt x="90411" y="221208"/>
                  </a:lnTo>
                  <a:lnTo>
                    <a:pt x="102793" y="218719"/>
                  </a:lnTo>
                  <a:lnTo>
                    <a:pt x="113944" y="214350"/>
                  </a:lnTo>
                  <a:lnTo>
                    <a:pt x="123850" y="208127"/>
                  </a:lnTo>
                  <a:lnTo>
                    <a:pt x="128816" y="208127"/>
                  </a:lnTo>
                  <a:lnTo>
                    <a:pt x="133146" y="208749"/>
                  </a:lnTo>
                  <a:lnTo>
                    <a:pt x="138099" y="208749"/>
                  </a:lnTo>
                  <a:lnTo>
                    <a:pt x="146761" y="209994"/>
                  </a:lnTo>
                  <a:lnTo>
                    <a:pt x="155435" y="212483"/>
                  </a:lnTo>
                  <a:lnTo>
                    <a:pt x="159156" y="214972"/>
                  </a:lnTo>
                  <a:lnTo>
                    <a:pt x="157911" y="218719"/>
                  </a:lnTo>
                  <a:lnTo>
                    <a:pt x="155435" y="221830"/>
                  </a:lnTo>
                  <a:lnTo>
                    <a:pt x="151714" y="224320"/>
                  </a:lnTo>
                  <a:lnTo>
                    <a:pt x="148615" y="226822"/>
                  </a:lnTo>
                  <a:lnTo>
                    <a:pt x="144907" y="228688"/>
                  </a:lnTo>
                  <a:lnTo>
                    <a:pt x="142430" y="231800"/>
                  </a:lnTo>
                  <a:lnTo>
                    <a:pt x="140576" y="235534"/>
                  </a:lnTo>
                  <a:lnTo>
                    <a:pt x="141198" y="240525"/>
                  </a:lnTo>
                  <a:lnTo>
                    <a:pt x="144907" y="244881"/>
                  </a:lnTo>
                  <a:lnTo>
                    <a:pt x="149860" y="247383"/>
                  </a:lnTo>
                  <a:lnTo>
                    <a:pt x="154813" y="248627"/>
                  </a:lnTo>
                  <a:lnTo>
                    <a:pt x="161010" y="249250"/>
                  </a:lnTo>
                  <a:lnTo>
                    <a:pt x="172783" y="249250"/>
                  </a:lnTo>
                  <a:lnTo>
                    <a:pt x="178358" y="249872"/>
                  </a:lnTo>
                  <a:lnTo>
                    <a:pt x="183921" y="251117"/>
                  </a:lnTo>
                  <a:lnTo>
                    <a:pt x="190119" y="251739"/>
                  </a:lnTo>
                  <a:lnTo>
                    <a:pt x="195694" y="250494"/>
                  </a:lnTo>
                  <a:lnTo>
                    <a:pt x="201269" y="248005"/>
                  </a:lnTo>
                  <a:lnTo>
                    <a:pt x="205600" y="245503"/>
                  </a:lnTo>
                  <a:lnTo>
                    <a:pt x="210553" y="242392"/>
                  </a:lnTo>
                  <a:lnTo>
                    <a:pt x="215506" y="240525"/>
                  </a:lnTo>
                  <a:lnTo>
                    <a:pt x="221081" y="239280"/>
                  </a:lnTo>
                  <a:lnTo>
                    <a:pt x="227266" y="240525"/>
                  </a:lnTo>
                  <a:lnTo>
                    <a:pt x="230365" y="242392"/>
                  </a:lnTo>
                  <a:lnTo>
                    <a:pt x="233464" y="243636"/>
                  </a:lnTo>
                  <a:lnTo>
                    <a:pt x="237185" y="243636"/>
                  </a:lnTo>
                  <a:lnTo>
                    <a:pt x="247713" y="241769"/>
                  </a:lnTo>
                  <a:lnTo>
                    <a:pt x="250812" y="240525"/>
                  </a:lnTo>
                  <a:lnTo>
                    <a:pt x="254533" y="240525"/>
                  </a:lnTo>
                  <a:lnTo>
                    <a:pt x="255143" y="241769"/>
                  </a:lnTo>
                  <a:lnTo>
                    <a:pt x="256387" y="243014"/>
                  </a:lnTo>
                  <a:lnTo>
                    <a:pt x="257619" y="245503"/>
                  </a:lnTo>
                  <a:lnTo>
                    <a:pt x="260718" y="246126"/>
                  </a:lnTo>
                  <a:lnTo>
                    <a:pt x="266280" y="246126"/>
                  </a:lnTo>
                  <a:lnTo>
                    <a:pt x="270002" y="245503"/>
                  </a:lnTo>
                  <a:lnTo>
                    <a:pt x="273100" y="245503"/>
                  </a:lnTo>
                  <a:lnTo>
                    <a:pt x="281774" y="243636"/>
                  </a:lnTo>
                  <a:lnTo>
                    <a:pt x="288582" y="238036"/>
                  </a:lnTo>
                  <a:lnTo>
                    <a:pt x="289204" y="229311"/>
                  </a:lnTo>
                  <a:lnTo>
                    <a:pt x="289204" y="219964"/>
                  </a:lnTo>
                  <a:lnTo>
                    <a:pt x="294779" y="213106"/>
                  </a:lnTo>
                  <a:lnTo>
                    <a:pt x="303441" y="211861"/>
                  </a:lnTo>
                  <a:lnTo>
                    <a:pt x="312115" y="211239"/>
                  </a:lnTo>
                  <a:lnTo>
                    <a:pt x="328841" y="213728"/>
                  </a:lnTo>
                  <a:lnTo>
                    <a:pt x="336892" y="215595"/>
                  </a:lnTo>
                  <a:lnTo>
                    <a:pt x="344932" y="218719"/>
                  </a:lnTo>
                  <a:lnTo>
                    <a:pt x="359803" y="224942"/>
                  </a:lnTo>
                  <a:lnTo>
                    <a:pt x="378993" y="224942"/>
                  </a:lnTo>
                  <a:lnTo>
                    <a:pt x="385813" y="223697"/>
                  </a:lnTo>
                  <a:lnTo>
                    <a:pt x="388899" y="222453"/>
                  </a:lnTo>
                  <a:lnTo>
                    <a:pt x="399440" y="213728"/>
                  </a:lnTo>
                  <a:lnTo>
                    <a:pt x="402539" y="209994"/>
                  </a:lnTo>
                  <a:lnTo>
                    <a:pt x="405625" y="206883"/>
                  </a:lnTo>
                  <a:lnTo>
                    <a:pt x="408114" y="202514"/>
                  </a:lnTo>
                  <a:lnTo>
                    <a:pt x="409968" y="198780"/>
                  </a:lnTo>
                  <a:lnTo>
                    <a:pt x="410591" y="194411"/>
                  </a:lnTo>
                  <a:lnTo>
                    <a:pt x="408114" y="188188"/>
                  </a:lnTo>
                  <a:lnTo>
                    <a:pt x="404393" y="181952"/>
                  </a:lnTo>
                  <a:lnTo>
                    <a:pt x="394474" y="171983"/>
                  </a:lnTo>
                  <a:lnTo>
                    <a:pt x="388899" y="167005"/>
                  </a:lnTo>
                  <a:lnTo>
                    <a:pt x="383946" y="162013"/>
                  </a:lnTo>
                  <a:lnTo>
                    <a:pt x="378383" y="157022"/>
                  </a:lnTo>
                  <a:lnTo>
                    <a:pt x="374053" y="151422"/>
                  </a:lnTo>
                  <a:lnTo>
                    <a:pt x="374053" y="143941"/>
                  </a:lnTo>
                  <a:lnTo>
                    <a:pt x="378993" y="138963"/>
                  </a:lnTo>
                  <a:lnTo>
                    <a:pt x="381469" y="135851"/>
                  </a:lnTo>
                  <a:lnTo>
                    <a:pt x="422960" y="123380"/>
                  </a:lnTo>
                  <a:lnTo>
                    <a:pt x="432257" y="122135"/>
                  </a:lnTo>
                  <a:lnTo>
                    <a:pt x="440931" y="120269"/>
                  </a:lnTo>
                  <a:lnTo>
                    <a:pt x="449605" y="117767"/>
                  </a:lnTo>
                  <a:lnTo>
                    <a:pt x="457034" y="113411"/>
                  </a:lnTo>
                  <a:lnTo>
                    <a:pt x="464451" y="107810"/>
                  </a:lnTo>
                  <a:lnTo>
                    <a:pt x="465696" y="106565"/>
                  </a:lnTo>
                  <a:close/>
                </a:path>
                <a:path w="954404" h="252095">
                  <a:moveTo>
                    <a:pt x="940092" y="2501"/>
                  </a:moveTo>
                  <a:lnTo>
                    <a:pt x="936383" y="1257"/>
                  </a:lnTo>
                  <a:lnTo>
                    <a:pt x="926452" y="0"/>
                  </a:lnTo>
                  <a:lnTo>
                    <a:pt x="901700" y="0"/>
                  </a:lnTo>
                  <a:lnTo>
                    <a:pt x="898588" y="1257"/>
                  </a:lnTo>
                  <a:lnTo>
                    <a:pt x="896086" y="2501"/>
                  </a:lnTo>
                  <a:lnTo>
                    <a:pt x="892975" y="3124"/>
                  </a:lnTo>
                  <a:lnTo>
                    <a:pt x="889876" y="3124"/>
                  </a:lnTo>
                  <a:lnTo>
                    <a:pt x="887463" y="5626"/>
                  </a:lnTo>
                  <a:lnTo>
                    <a:pt x="887463" y="6248"/>
                  </a:lnTo>
                  <a:lnTo>
                    <a:pt x="893584" y="7493"/>
                  </a:lnTo>
                  <a:lnTo>
                    <a:pt x="906614" y="7493"/>
                  </a:lnTo>
                  <a:lnTo>
                    <a:pt x="927061" y="5626"/>
                  </a:lnTo>
                  <a:lnTo>
                    <a:pt x="933272" y="5626"/>
                  </a:lnTo>
                  <a:lnTo>
                    <a:pt x="939482" y="6248"/>
                  </a:lnTo>
                  <a:lnTo>
                    <a:pt x="940092" y="2501"/>
                  </a:lnTo>
                  <a:close/>
                </a:path>
                <a:path w="954404" h="252095">
                  <a:moveTo>
                    <a:pt x="948105" y="43421"/>
                  </a:moveTo>
                  <a:lnTo>
                    <a:pt x="947508" y="43421"/>
                  </a:lnTo>
                  <a:lnTo>
                    <a:pt x="947508" y="42151"/>
                  </a:lnTo>
                  <a:lnTo>
                    <a:pt x="944791" y="42151"/>
                  </a:lnTo>
                  <a:lnTo>
                    <a:pt x="944791" y="40868"/>
                  </a:lnTo>
                  <a:lnTo>
                    <a:pt x="924052" y="40868"/>
                  </a:lnTo>
                  <a:lnTo>
                    <a:pt x="924052" y="39598"/>
                  </a:lnTo>
                  <a:lnTo>
                    <a:pt x="868121" y="39598"/>
                  </a:lnTo>
                  <a:lnTo>
                    <a:pt x="868121" y="40868"/>
                  </a:lnTo>
                  <a:lnTo>
                    <a:pt x="849464" y="40868"/>
                  </a:lnTo>
                  <a:lnTo>
                    <a:pt x="849464" y="42151"/>
                  </a:lnTo>
                  <a:lnTo>
                    <a:pt x="840320" y="42151"/>
                  </a:lnTo>
                  <a:lnTo>
                    <a:pt x="840320" y="43421"/>
                  </a:lnTo>
                  <a:lnTo>
                    <a:pt x="831138" y="43421"/>
                  </a:lnTo>
                  <a:lnTo>
                    <a:pt x="831138" y="44691"/>
                  </a:lnTo>
                  <a:lnTo>
                    <a:pt x="829741" y="44691"/>
                  </a:lnTo>
                  <a:lnTo>
                    <a:pt x="829741" y="45961"/>
                  </a:lnTo>
                  <a:lnTo>
                    <a:pt x="869099" y="45961"/>
                  </a:lnTo>
                  <a:lnTo>
                    <a:pt x="869099" y="44691"/>
                  </a:lnTo>
                  <a:lnTo>
                    <a:pt x="884656" y="44691"/>
                  </a:lnTo>
                  <a:lnTo>
                    <a:pt x="884656" y="43421"/>
                  </a:lnTo>
                  <a:lnTo>
                    <a:pt x="891146" y="43421"/>
                  </a:lnTo>
                  <a:lnTo>
                    <a:pt x="891146" y="44691"/>
                  </a:lnTo>
                  <a:lnTo>
                    <a:pt x="895832" y="44691"/>
                  </a:lnTo>
                  <a:lnTo>
                    <a:pt x="895832" y="45961"/>
                  </a:lnTo>
                  <a:lnTo>
                    <a:pt x="908113" y="45961"/>
                  </a:lnTo>
                  <a:lnTo>
                    <a:pt x="908113" y="47231"/>
                  </a:lnTo>
                  <a:lnTo>
                    <a:pt x="945489" y="47231"/>
                  </a:lnTo>
                  <a:lnTo>
                    <a:pt x="945489" y="45961"/>
                  </a:lnTo>
                  <a:lnTo>
                    <a:pt x="948105" y="45961"/>
                  </a:lnTo>
                  <a:lnTo>
                    <a:pt x="948105" y="44691"/>
                  </a:lnTo>
                  <a:lnTo>
                    <a:pt x="948105" y="43421"/>
                  </a:lnTo>
                  <a:close/>
                </a:path>
                <a:path w="954404" h="252095">
                  <a:moveTo>
                    <a:pt x="954328" y="31165"/>
                  </a:moveTo>
                  <a:lnTo>
                    <a:pt x="949325" y="25552"/>
                  </a:lnTo>
                  <a:lnTo>
                    <a:pt x="939482" y="26174"/>
                  </a:lnTo>
                  <a:lnTo>
                    <a:pt x="870115" y="26174"/>
                  </a:lnTo>
                  <a:lnTo>
                    <a:pt x="868222" y="28041"/>
                  </a:lnTo>
                  <a:lnTo>
                    <a:pt x="860196" y="29908"/>
                  </a:lnTo>
                  <a:lnTo>
                    <a:pt x="857084" y="29908"/>
                  </a:lnTo>
                  <a:lnTo>
                    <a:pt x="849033" y="31788"/>
                  </a:lnTo>
                  <a:lnTo>
                    <a:pt x="850277" y="34290"/>
                  </a:lnTo>
                  <a:lnTo>
                    <a:pt x="875030" y="32410"/>
                  </a:lnTo>
                  <a:lnTo>
                    <a:pt x="883056" y="32410"/>
                  </a:lnTo>
                  <a:lnTo>
                    <a:pt x="891768" y="31788"/>
                  </a:lnTo>
                  <a:lnTo>
                    <a:pt x="916533" y="31788"/>
                  </a:lnTo>
                  <a:lnTo>
                    <a:pt x="920851" y="33655"/>
                  </a:lnTo>
                  <a:lnTo>
                    <a:pt x="925245" y="34912"/>
                  </a:lnTo>
                  <a:lnTo>
                    <a:pt x="933881" y="34912"/>
                  </a:lnTo>
                  <a:lnTo>
                    <a:pt x="938796" y="34290"/>
                  </a:lnTo>
                  <a:lnTo>
                    <a:pt x="943190" y="34290"/>
                  </a:lnTo>
                  <a:lnTo>
                    <a:pt x="948105" y="34912"/>
                  </a:lnTo>
                  <a:lnTo>
                    <a:pt x="952423" y="36156"/>
                  </a:lnTo>
                  <a:lnTo>
                    <a:pt x="953719" y="34912"/>
                  </a:lnTo>
                  <a:lnTo>
                    <a:pt x="954328" y="33655"/>
                  </a:lnTo>
                  <a:lnTo>
                    <a:pt x="954328" y="31165"/>
                  </a:lnTo>
                  <a:close/>
                </a:path>
                <a:path w="954404" h="252095">
                  <a:moveTo>
                    <a:pt x="954328" y="18707"/>
                  </a:moveTo>
                  <a:lnTo>
                    <a:pt x="953109" y="15582"/>
                  </a:lnTo>
                  <a:lnTo>
                    <a:pt x="951826" y="13093"/>
                  </a:lnTo>
                  <a:lnTo>
                    <a:pt x="930160" y="13093"/>
                  </a:lnTo>
                  <a:lnTo>
                    <a:pt x="915924" y="11849"/>
                  </a:lnTo>
                  <a:lnTo>
                    <a:pt x="900404" y="11849"/>
                  </a:lnTo>
                  <a:lnTo>
                    <a:pt x="886167" y="13093"/>
                  </a:lnTo>
                  <a:lnTo>
                    <a:pt x="872528" y="18084"/>
                  </a:lnTo>
                  <a:lnTo>
                    <a:pt x="873823" y="19951"/>
                  </a:lnTo>
                  <a:lnTo>
                    <a:pt x="880643" y="18707"/>
                  </a:lnTo>
                  <a:lnTo>
                    <a:pt x="899198" y="18707"/>
                  </a:lnTo>
                  <a:lnTo>
                    <a:pt x="902296" y="19329"/>
                  </a:lnTo>
                  <a:lnTo>
                    <a:pt x="914031" y="18084"/>
                  </a:lnTo>
                  <a:lnTo>
                    <a:pt x="920242" y="18084"/>
                  </a:lnTo>
                  <a:lnTo>
                    <a:pt x="938796" y="19951"/>
                  </a:lnTo>
                  <a:lnTo>
                    <a:pt x="944397" y="21196"/>
                  </a:lnTo>
                  <a:lnTo>
                    <a:pt x="950607" y="21818"/>
                  </a:lnTo>
                  <a:lnTo>
                    <a:pt x="953719" y="21196"/>
                  </a:lnTo>
                  <a:lnTo>
                    <a:pt x="954328" y="187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798277" y="4780597"/>
              <a:ext cx="11430" cy="635"/>
            </a:xfrm>
            <a:custGeom>
              <a:avLst/>
              <a:gdLst/>
              <a:ahLst/>
              <a:cxnLst/>
              <a:rect l="l" t="t" r="r" b="b"/>
              <a:pathLst>
                <a:path w="11429" h="635">
                  <a:moveTo>
                    <a:pt x="0" y="0"/>
                  </a:moveTo>
                  <a:lnTo>
                    <a:pt x="0" y="622"/>
                  </a:lnTo>
                  <a:lnTo>
                    <a:pt x="11129" y="6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050757" y="4788090"/>
              <a:ext cx="578485" cy="88900"/>
            </a:xfrm>
            <a:custGeom>
              <a:avLst/>
              <a:gdLst/>
              <a:ahLst/>
              <a:cxnLst/>
              <a:rect l="l" t="t" r="r" b="b"/>
              <a:pathLst>
                <a:path w="578484" h="88900">
                  <a:moveTo>
                    <a:pt x="86080" y="23050"/>
                  </a:moveTo>
                  <a:lnTo>
                    <a:pt x="76174" y="22428"/>
                  </a:lnTo>
                  <a:lnTo>
                    <a:pt x="65646" y="21170"/>
                  </a:lnTo>
                  <a:lnTo>
                    <a:pt x="55727" y="20548"/>
                  </a:lnTo>
                  <a:lnTo>
                    <a:pt x="45212" y="19304"/>
                  </a:lnTo>
                  <a:lnTo>
                    <a:pt x="24765" y="19304"/>
                  </a:lnTo>
                  <a:lnTo>
                    <a:pt x="14236" y="19926"/>
                  </a:lnTo>
                  <a:lnTo>
                    <a:pt x="4343" y="21170"/>
                  </a:lnTo>
                  <a:lnTo>
                    <a:pt x="3721" y="22428"/>
                  </a:lnTo>
                  <a:lnTo>
                    <a:pt x="3721" y="23050"/>
                  </a:lnTo>
                  <a:lnTo>
                    <a:pt x="4953" y="25539"/>
                  </a:lnTo>
                  <a:lnTo>
                    <a:pt x="15481" y="26162"/>
                  </a:lnTo>
                  <a:lnTo>
                    <a:pt x="35915" y="26162"/>
                  </a:lnTo>
                  <a:lnTo>
                    <a:pt x="46443" y="24917"/>
                  </a:lnTo>
                  <a:lnTo>
                    <a:pt x="56349" y="24295"/>
                  </a:lnTo>
                  <a:lnTo>
                    <a:pt x="66268" y="23050"/>
                  </a:lnTo>
                  <a:lnTo>
                    <a:pt x="86080" y="23050"/>
                  </a:lnTo>
                  <a:close/>
                </a:path>
                <a:path w="578484" h="88900">
                  <a:moveTo>
                    <a:pt x="102793" y="36753"/>
                  </a:moveTo>
                  <a:lnTo>
                    <a:pt x="61925" y="34886"/>
                  </a:lnTo>
                  <a:lnTo>
                    <a:pt x="55118" y="35509"/>
                  </a:lnTo>
                  <a:lnTo>
                    <a:pt x="42113" y="35509"/>
                  </a:lnTo>
                  <a:lnTo>
                    <a:pt x="35915" y="34886"/>
                  </a:lnTo>
                  <a:lnTo>
                    <a:pt x="16090" y="34886"/>
                  </a:lnTo>
                  <a:lnTo>
                    <a:pt x="9283" y="36131"/>
                  </a:lnTo>
                  <a:lnTo>
                    <a:pt x="9283" y="40500"/>
                  </a:lnTo>
                  <a:lnTo>
                    <a:pt x="20434" y="41744"/>
                  </a:lnTo>
                  <a:lnTo>
                    <a:pt x="32207" y="42367"/>
                  </a:lnTo>
                  <a:lnTo>
                    <a:pt x="67500" y="40500"/>
                  </a:lnTo>
                  <a:lnTo>
                    <a:pt x="79273" y="39255"/>
                  </a:lnTo>
                  <a:lnTo>
                    <a:pt x="91033" y="38633"/>
                  </a:lnTo>
                  <a:lnTo>
                    <a:pt x="102793" y="38633"/>
                  </a:lnTo>
                  <a:lnTo>
                    <a:pt x="102793" y="36753"/>
                  </a:lnTo>
                  <a:close/>
                </a:path>
                <a:path w="578484" h="88900">
                  <a:moveTo>
                    <a:pt x="177736" y="1866"/>
                  </a:moveTo>
                  <a:lnTo>
                    <a:pt x="157302" y="0"/>
                  </a:lnTo>
                  <a:lnTo>
                    <a:pt x="128816" y="1866"/>
                  </a:lnTo>
                  <a:lnTo>
                    <a:pt x="119519" y="1866"/>
                  </a:lnTo>
                  <a:lnTo>
                    <a:pt x="100939" y="3111"/>
                  </a:lnTo>
                  <a:lnTo>
                    <a:pt x="72453" y="3111"/>
                  </a:lnTo>
                  <a:lnTo>
                    <a:pt x="62547" y="3733"/>
                  </a:lnTo>
                  <a:lnTo>
                    <a:pt x="6197" y="3733"/>
                  </a:lnTo>
                  <a:lnTo>
                    <a:pt x="1866" y="4978"/>
                  </a:lnTo>
                  <a:lnTo>
                    <a:pt x="0" y="6845"/>
                  </a:lnTo>
                  <a:lnTo>
                    <a:pt x="622" y="9347"/>
                  </a:lnTo>
                  <a:lnTo>
                    <a:pt x="24765" y="10591"/>
                  </a:lnTo>
                  <a:lnTo>
                    <a:pt x="60693" y="8712"/>
                  </a:lnTo>
                  <a:lnTo>
                    <a:pt x="72453" y="8712"/>
                  </a:lnTo>
                  <a:lnTo>
                    <a:pt x="83604" y="8089"/>
                  </a:lnTo>
                  <a:lnTo>
                    <a:pt x="95364" y="8712"/>
                  </a:lnTo>
                  <a:lnTo>
                    <a:pt x="105892" y="9969"/>
                  </a:lnTo>
                  <a:lnTo>
                    <a:pt x="126339" y="8712"/>
                  </a:lnTo>
                  <a:lnTo>
                    <a:pt x="136855" y="6845"/>
                  </a:lnTo>
                  <a:lnTo>
                    <a:pt x="146773" y="5600"/>
                  </a:lnTo>
                  <a:lnTo>
                    <a:pt x="156679" y="3733"/>
                  </a:lnTo>
                  <a:lnTo>
                    <a:pt x="167208" y="2489"/>
                  </a:lnTo>
                  <a:lnTo>
                    <a:pt x="177736" y="2489"/>
                  </a:lnTo>
                  <a:lnTo>
                    <a:pt x="177736" y="1866"/>
                  </a:lnTo>
                  <a:close/>
                </a:path>
                <a:path w="578484" h="88900">
                  <a:moveTo>
                    <a:pt x="208699" y="13081"/>
                  </a:moveTo>
                  <a:lnTo>
                    <a:pt x="195072" y="13081"/>
                  </a:lnTo>
                  <a:lnTo>
                    <a:pt x="180822" y="14325"/>
                  </a:lnTo>
                  <a:lnTo>
                    <a:pt x="174015" y="14325"/>
                  </a:lnTo>
                  <a:lnTo>
                    <a:pt x="159778" y="15570"/>
                  </a:lnTo>
                  <a:lnTo>
                    <a:pt x="152958" y="15570"/>
                  </a:lnTo>
                  <a:lnTo>
                    <a:pt x="151104" y="17437"/>
                  </a:lnTo>
                  <a:lnTo>
                    <a:pt x="151104" y="18681"/>
                  </a:lnTo>
                  <a:lnTo>
                    <a:pt x="151726" y="19304"/>
                  </a:lnTo>
                  <a:lnTo>
                    <a:pt x="152958" y="19926"/>
                  </a:lnTo>
                  <a:lnTo>
                    <a:pt x="153581" y="20548"/>
                  </a:lnTo>
                  <a:lnTo>
                    <a:pt x="208699" y="13703"/>
                  </a:lnTo>
                  <a:lnTo>
                    <a:pt x="208699" y="13081"/>
                  </a:lnTo>
                  <a:close/>
                </a:path>
                <a:path w="578484" h="88900">
                  <a:moveTo>
                    <a:pt x="245237" y="24295"/>
                  </a:moveTo>
                  <a:lnTo>
                    <a:pt x="244005" y="23050"/>
                  </a:lnTo>
                  <a:lnTo>
                    <a:pt x="231609" y="24295"/>
                  </a:lnTo>
                  <a:lnTo>
                    <a:pt x="206222" y="24295"/>
                  </a:lnTo>
                  <a:lnTo>
                    <a:pt x="193217" y="25539"/>
                  </a:lnTo>
                  <a:lnTo>
                    <a:pt x="189496" y="28651"/>
                  </a:lnTo>
                  <a:lnTo>
                    <a:pt x="195694" y="29895"/>
                  </a:lnTo>
                  <a:lnTo>
                    <a:pt x="208076" y="29895"/>
                  </a:lnTo>
                  <a:lnTo>
                    <a:pt x="233476" y="27406"/>
                  </a:lnTo>
                  <a:lnTo>
                    <a:pt x="239661" y="27406"/>
                  </a:lnTo>
                  <a:lnTo>
                    <a:pt x="241528" y="26784"/>
                  </a:lnTo>
                  <a:lnTo>
                    <a:pt x="243382" y="26784"/>
                  </a:lnTo>
                  <a:lnTo>
                    <a:pt x="244614" y="26162"/>
                  </a:lnTo>
                  <a:lnTo>
                    <a:pt x="245237" y="24295"/>
                  </a:lnTo>
                  <a:close/>
                </a:path>
                <a:path w="578484" h="88900">
                  <a:moveTo>
                    <a:pt x="458889" y="47345"/>
                  </a:moveTo>
                  <a:lnTo>
                    <a:pt x="458266" y="42367"/>
                  </a:lnTo>
                  <a:lnTo>
                    <a:pt x="455168" y="40500"/>
                  </a:lnTo>
                  <a:lnTo>
                    <a:pt x="452691" y="38633"/>
                  </a:lnTo>
                  <a:lnTo>
                    <a:pt x="449592" y="37376"/>
                  </a:lnTo>
                  <a:lnTo>
                    <a:pt x="445884" y="37376"/>
                  </a:lnTo>
                  <a:lnTo>
                    <a:pt x="438454" y="33642"/>
                  </a:lnTo>
                  <a:lnTo>
                    <a:pt x="435978" y="33020"/>
                  </a:lnTo>
                  <a:lnTo>
                    <a:pt x="432879" y="31775"/>
                  </a:lnTo>
                  <a:lnTo>
                    <a:pt x="430403" y="31153"/>
                  </a:lnTo>
                  <a:lnTo>
                    <a:pt x="427926" y="29895"/>
                  </a:lnTo>
                  <a:lnTo>
                    <a:pt x="425450" y="29273"/>
                  </a:lnTo>
                  <a:lnTo>
                    <a:pt x="410578" y="27406"/>
                  </a:lnTo>
                  <a:lnTo>
                    <a:pt x="405625" y="27406"/>
                  </a:lnTo>
                  <a:lnTo>
                    <a:pt x="387667" y="44856"/>
                  </a:lnTo>
                  <a:lnTo>
                    <a:pt x="383959" y="49834"/>
                  </a:lnTo>
                  <a:lnTo>
                    <a:pt x="377139" y="51714"/>
                  </a:lnTo>
                  <a:lnTo>
                    <a:pt x="369087" y="51714"/>
                  </a:lnTo>
                  <a:lnTo>
                    <a:pt x="360426" y="51079"/>
                  </a:lnTo>
                  <a:lnTo>
                    <a:pt x="351751" y="51714"/>
                  </a:lnTo>
                  <a:lnTo>
                    <a:pt x="344322" y="54203"/>
                  </a:lnTo>
                  <a:lnTo>
                    <a:pt x="338747" y="60426"/>
                  </a:lnTo>
                  <a:lnTo>
                    <a:pt x="337502" y="62928"/>
                  </a:lnTo>
                  <a:lnTo>
                    <a:pt x="336892" y="65417"/>
                  </a:lnTo>
                  <a:lnTo>
                    <a:pt x="337502" y="68541"/>
                  </a:lnTo>
                  <a:lnTo>
                    <a:pt x="338747" y="70408"/>
                  </a:lnTo>
                  <a:lnTo>
                    <a:pt x="342468" y="71653"/>
                  </a:lnTo>
                  <a:lnTo>
                    <a:pt x="345554" y="73520"/>
                  </a:lnTo>
                  <a:lnTo>
                    <a:pt x="349275" y="74764"/>
                  </a:lnTo>
                  <a:lnTo>
                    <a:pt x="352374" y="76631"/>
                  </a:lnTo>
                  <a:lnTo>
                    <a:pt x="355473" y="77876"/>
                  </a:lnTo>
                  <a:lnTo>
                    <a:pt x="359194" y="79756"/>
                  </a:lnTo>
                  <a:lnTo>
                    <a:pt x="362280" y="81000"/>
                  </a:lnTo>
                  <a:lnTo>
                    <a:pt x="366001" y="82245"/>
                  </a:lnTo>
                  <a:lnTo>
                    <a:pt x="373418" y="85356"/>
                  </a:lnTo>
                  <a:lnTo>
                    <a:pt x="381482" y="87223"/>
                  </a:lnTo>
                  <a:lnTo>
                    <a:pt x="389534" y="88468"/>
                  </a:lnTo>
                  <a:lnTo>
                    <a:pt x="413677" y="88468"/>
                  </a:lnTo>
                  <a:lnTo>
                    <a:pt x="430403" y="85979"/>
                  </a:lnTo>
                  <a:lnTo>
                    <a:pt x="432879" y="85356"/>
                  </a:lnTo>
                  <a:lnTo>
                    <a:pt x="435356" y="84112"/>
                  </a:lnTo>
                  <a:lnTo>
                    <a:pt x="437222" y="83489"/>
                  </a:lnTo>
                  <a:lnTo>
                    <a:pt x="444639" y="79756"/>
                  </a:lnTo>
                  <a:lnTo>
                    <a:pt x="446506" y="79121"/>
                  </a:lnTo>
                  <a:lnTo>
                    <a:pt x="448983" y="77876"/>
                  </a:lnTo>
                  <a:lnTo>
                    <a:pt x="450215" y="72898"/>
                  </a:lnTo>
                  <a:lnTo>
                    <a:pt x="450215" y="67919"/>
                  </a:lnTo>
                  <a:lnTo>
                    <a:pt x="448983" y="58559"/>
                  </a:lnTo>
                  <a:lnTo>
                    <a:pt x="451459" y="54203"/>
                  </a:lnTo>
                  <a:lnTo>
                    <a:pt x="455790" y="51079"/>
                  </a:lnTo>
                  <a:lnTo>
                    <a:pt x="458889" y="47345"/>
                  </a:lnTo>
                  <a:close/>
                </a:path>
                <a:path w="578484" h="88900">
                  <a:moveTo>
                    <a:pt x="578408" y="42989"/>
                  </a:moveTo>
                  <a:lnTo>
                    <a:pt x="575932" y="38633"/>
                  </a:lnTo>
                  <a:lnTo>
                    <a:pt x="569112" y="36753"/>
                  </a:lnTo>
                  <a:lnTo>
                    <a:pt x="554266" y="34264"/>
                  </a:lnTo>
                  <a:lnTo>
                    <a:pt x="540016" y="34264"/>
                  </a:lnTo>
                  <a:lnTo>
                    <a:pt x="514007" y="48590"/>
                  </a:lnTo>
                  <a:lnTo>
                    <a:pt x="514007" y="52336"/>
                  </a:lnTo>
                  <a:lnTo>
                    <a:pt x="515251" y="55448"/>
                  </a:lnTo>
                  <a:lnTo>
                    <a:pt x="520204" y="59182"/>
                  </a:lnTo>
                  <a:lnTo>
                    <a:pt x="526389" y="61671"/>
                  </a:lnTo>
                  <a:lnTo>
                    <a:pt x="529488" y="62306"/>
                  </a:lnTo>
                  <a:lnTo>
                    <a:pt x="532574" y="64173"/>
                  </a:lnTo>
                  <a:lnTo>
                    <a:pt x="535063" y="66040"/>
                  </a:lnTo>
                  <a:lnTo>
                    <a:pt x="540016" y="67919"/>
                  </a:lnTo>
                  <a:lnTo>
                    <a:pt x="544347" y="68541"/>
                  </a:lnTo>
                  <a:lnTo>
                    <a:pt x="548690" y="67919"/>
                  </a:lnTo>
                  <a:lnTo>
                    <a:pt x="553021" y="66662"/>
                  </a:lnTo>
                  <a:lnTo>
                    <a:pt x="561695" y="62928"/>
                  </a:lnTo>
                  <a:lnTo>
                    <a:pt x="566026" y="61671"/>
                  </a:lnTo>
                  <a:lnTo>
                    <a:pt x="570357" y="61048"/>
                  </a:lnTo>
                  <a:lnTo>
                    <a:pt x="573455" y="57315"/>
                  </a:lnTo>
                  <a:lnTo>
                    <a:pt x="576554" y="52959"/>
                  </a:lnTo>
                  <a:lnTo>
                    <a:pt x="577786" y="47967"/>
                  </a:lnTo>
                  <a:lnTo>
                    <a:pt x="578408" y="429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396311" y="4822354"/>
              <a:ext cx="217804" cy="38735"/>
            </a:xfrm>
            <a:custGeom>
              <a:avLst/>
              <a:gdLst/>
              <a:ahLst/>
              <a:cxnLst/>
              <a:rect l="l" t="t" r="r" b="b"/>
              <a:pathLst>
                <a:path w="217804" h="38735">
                  <a:moveTo>
                    <a:pt x="103428" y="13081"/>
                  </a:moveTo>
                  <a:lnTo>
                    <a:pt x="102806" y="11214"/>
                  </a:lnTo>
                  <a:lnTo>
                    <a:pt x="101561" y="10591"/>
                  </a:lnTo>
                  <a:lnTo>
                    <a:pt x="99085" y="10591"/>
                  </a:lnTo>
                  <a:lnTo>
                    <a:pt x="97853" y="9969"/>
                  </a:lnTo>
                  <a:lnTo>
                    <a:pt x="93522" y="9347"/>
                  </a:lnTo>
                  <a:lnTo>
                    <a:pt x="75552" y="9347"/>
                  </a:lnTo>
                  <a:lnTo>
                    <a:pt x="66878" y="8102"/>
                  </a:lnTo>
                  <a:lnTo>
                    <a:pt x="63169" y="6235"/>
                  </a:lnTo>
                  <a:lnTo>
                    <a:pt x="66878" y="3733"/>
                  </a:lnTo>
                  <a:lnTo>
                    <a:pt x="71221" y="3111"/>
                  </a:lnTo>
                  <a:lnTo>
                    <a:pt x="79273" y="3111"/>
                  </a:lnTo>
                  <a:lnTo>
                    <a:pt x="81127" y="1866"/>
                  </a:lnTo>
                  <a:lnTo>
                    <a:pt x="75552" y="622"/>
                  </a:lnTo>
                  <a:lnTo>
                    <a:pt x="71843" y="622"/>
                  </a:lnTo>
                  <a:lnTo>
                    <a:pt x="68745" y="0"/>
                  </a:lnTo>
                  <a:lnTo>
                    <a:pt x="65646" y="622"/>
                  </a:lnTo>
                  <a:lnTo>
                    <a:pt x="55740" y="622"/>
                  </a:lnTo>
                  <a:lnTo>
                    <a:pt x="53886" y="1866"/>
                  </a:lnTo>
                  <a:lnTo>
                    <a:pt x="50787" y="2489"/>
                  </a:lnTo>
                  <a:lnTo>
                    <a:pt x="48933" y="3733"/>
                  </a:lnTo>
                  <a:lnTo>
                    <a:pt x="48933" y="6858"/>
                  </a:lnTo>
                  <a:lnTo>
                    <a:pt x="52654" y="6858"/>
                  </a:lnTo>
                  <a:lnTo>
                    <a:pt x="53263" y="7480"/>
                  </a:lnTo>
                  <a:lnTo>
                    <a:pt x="54508" y="8102"/>
                  </a:lnTo>
                  <a:lnTo>
                    <a:pt x="55130" y="8724"/>
                  </a:lnTo>
                  <a:lnTo>
                    <a:pt x="55130" y="9969"/>
                  </a:lnTo>
                  <a:lnTo>
                    <a:pt x="54508" y="11214"/>
                  </a:lnTo>
                  <a:lnTo>
                    <a:pt x="53886" y="11836"/>
                  </a:lnTo>
                  <a:lnTo>
                    <a:pt x="51409" y="13081"/>
                  </a:lnTo>
                  <a:lnTo>
                    <a:pt x="47078" y="19316"/>
                  </a:lnTo>
                  <a:lnTo>
                    <a:pt x="40881" y="23050"/>
                  </a:lnTo>
                  <a:lnTo>
                    <a:pt x="34061" y="24295"/>
                  </a:lnTo>
                  <a:lnTo>
                    <a:pt x="26631" y="24295"/>
                  </a:lnTo>
                  <a:lnTo>
                    <a:pt x="11772" y="25539"/>
                  </a:lnTo>
                  <a:lnTo>
                    <a:pt x="4965" y="27406"/>
                  </a:lnTo>
                  <a:lnTo>
                    <a:pt x="0" y="32397"/>
                  </a:lnTo>
                  <a:lnTo>
                    <a:pt x="6819" y="36144"/>
                  </a:lnTo>
                  <a:lnTo>
                    <a:pt x="17970" y="36766"/>
                  </a:lnTo>
                  <a:lnTo>
                    <a:pt x="61315" y="36766"/>
                  </a:lnTo>
                  <a:lnTo>
                    <a:pt x="94754" y="38633"/>
                  </a:lnTo>
                  <a:lnTo>
                    <a:pt x="96621" y="38011"/>
                  </a:lnTo>
                  <a:lnTo>
                    <a:pt x="97853" y="36766"/>
                  </a:lnTo>
                  <a:lnTo>
                    <a:pt x="98475" y="34886"/>
                  </a:lnTo>
                  <a:lnTo>
                    <a:pt x="97853" y="33020"/>
                  </a:lnTo>
                  <a:lnTo>
                    <a:pt x="88569" y="31775"/>
                  </a:lnTo>
                  <a:lnTo>
                    <a:pt x="83616" y="31775"/>
                  </a:lnTo>
                  <a:lnTo>
                    <a:pt x="78651" y="31153"/>
                  </a:lnTo>
                  <a:lnTo>
                    <a:pt x="73698" y="31775"/>
                  </a:lnTo>
                  <a:lnTo>
                    <a:pt x="59461" y="31775"/>
                  </a:lnTo>
                  <a:lnTo>
                    <a:pt x="57594" y="29908"/>
                  </a:lnTo>
                  <a:lnTo>
                    <a:pt x="56984" y="28663"/>
                  </a:lnTo>
                  <a:lnTo>
                    <a:pt x="56984" y="28041"/>
                  </a:lnTo>
                  <a:lnTo>
                    <a:pt x="58216" y="26784"/>
                  </a:lnTo>
                  <a:lnTo>
                    <a:pt x="59461" y="26162"/>
                  </a:lnTo>
                  <a:lnTo>
                    <a:pt x="97231" y="24295"/>
                  </a:lnTo>
                  <a:lnTo>
                    <a:pt x="97231" y="20561"/>
                  </a:lnTo>
                  <a:lnTo>
                    <a:pt x="71221" y="20561"/>
                  </a:lnTo>
                  <a:lnTo>
                    <a:pt x="70599" y="19939"/>
                  </a:lnTo>
                  <a:lnTo>
                    <a:pt x="69977" y="18694"/>
                  </a:lnTo>
                  <a:lnTo>
                    <a:pt x="69977" y="16814"/>
                  </a:lnTo>
                  <a:lnTo>
                    <a:pt x="73698" y="15570"/>
                  </a:lnTo>
                  <a:lnTo>
                    <a:pt x="82372" y="14325"/>
                  </a:lnTo>
                  <a:lnTo>
                    <a:pt x="94754" y="14325"/>
                  </a:lnTo>
                  <a:lnTo>
                    <a:pt x="103428" y="13081"/>
                  </a:lnTo>
                  <a:close/>
                </a:path>
                <a:path w="217804" h="38735">
                  <a:moveTo>
                    <a:pt x="204368" y="17449"/>
                  </a:moveTo>
                  <a:lnTo>
                    <a:pt x="201269" y="16814"/>
                  </a:lnTo>
                  <a:lnTo>
                    <a:pt x="198793" y="16192"/>
                  </a:lnTo>
                  <a:lnTo>
                    <a:pt x="195694" y="16814"/>
                  </a:lnTo>
                  <a:lnTo>
                    <a:pt x="193217" y="18072"/>
                  </a:lnTo>
                  <a:lnTo>
                    <a:pt x="188264" y="19316"/>
                  </a:lnTo>
                  <a:lnTo>
                    <a:pt x="185166" y="19316"/>
                  </a:lnTo>
                  <a:lnTo>
                    <a:pt x="182689" y="18694"/>
                  </a:lnTo>
                  <a:lnTo>
                    <a:pt x="186410" y="20561"/>
                  </a:lnTo>
                  <a:lnTo>
                    <a:pt x="190119" y="20561"/>
                  </a:lnTo>
                  <a:lnTo>
                    <a:pt x="194462" y="19939"/>
                  </a:lnTo>
                  <a:lnTo>
                    <a:pt x="198793" y="19939"/>
                  </a:lnTo>
                  <a:lnTo>
                    <a:pt x="200037" y="19316"/>
                  </a:lnTo>
                  <a:lnTo>
                    <a:pt x="201891" y="19316"/>
                  </a:lnTo>
                  <a:lnTo>
                    <a:pt x="203746" y="18694"/>
                  </a:lnTo>
                  <a:lnTo>
                    <a:pt x="204368" y="17449"/>
                  </a:lnTo>
                  <a:close/>
                </a:path>
                <a:path w="217804" h="38735">
                  <a:moveTo>
                    <a:pt x="217373" y="8724"/>
                  </a:moveTo>
                  <a:lnTo>
                    <a:pt x="209943" y="7480"/>
                  </a:lnTo>
                  <a:lnTo>
                    <a:pt x="202514" y="7480"/>
                  </a:lnTo>
                  <a:lnTo>
                    <a:pt x="195084" y="8724"/>
                  </a:lnTo>
                  <a:lnTo>
                    <a:pt x="191985" y="9347"/>
                  </a:lnTo>
                  <a:lnTo>
                    <a:pt x="188264" y="9969"/>
                  </a:lnTo>
                  <a:lnTo>
                    <a:pt x="217373" y="87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069957" y="4839792"/>
              <a:ext cx="76200" cy="6350"/>
            </a:xfrm>
            <a:custGeom>
              <a:avLst/>
              <a:gdLst/>
              <a:ahLst/>
              <a:cxnLst/>
              <a:rect l="l" t="t" r="r" b="b"/>
              <a:pathLst>
                <a:path w="76200" h="6350">
                  <a:moveTo>
                    <a:pt x="35304" y="0"/>
                  </a:moveTo>
                  <a:lnTo>
                    <a:pt x="9913" y="0"/>
                  </a:lnTo>
                  <a:lnTo>
                    <a:pt x="7437" y="622"/>
                  </a:lnTo>
                  <a:lnTo>
                    <a:pt x="4960" y="622"/>
                  </a:lnTo>
                  <a:lnTo>
                    <a:pt x="1863" y="1245"/>
                  </a:lnTo>
                  <a:lnTo>
                    <a:pt x="0" y="3114"/>
                  </a:lnTo>
                  <a:lnTo>
                    <a:pt x="0" y="4983"/>
                  </a:lnTo>
                  <a:lnTo>
                    <a:pt x="1242" y="5606"/>
                  </a:lnTo>
                  <a:lnTo>
                    <a:pt x="1863" y="6229"/>
                  </a:lnTo>
                  <a:lnTo>
                    <a:pt x="11147" y="6229"/>
                  </a:lnTo>
                  <a:lnTo>
                    <a:pt x="39014" y="4360"/>
                  </a:lnTo>
                  <a:lnTo>
                    <a:pt x="47685" y="4360"/>
                  </a:lnTo>
                  <a:lnTo>
                    <a:pt x="66269" y="3114"/>
                  </a:lnTo>
                  <a:lnTo>
                    <a:pt x="76174" y="3114"/>
                  </a:lnTo>
                  <a:lnTo>
                    <a:pt x="68124" y="2491"/>
                  </a:lnTo>
                  <a:lnTo>
                    <a:pt x="59453" y="2491"/>
                  </a:lnTo>
                  <a:lnTo>
                    <a:pt x="51404" y="1245"/>
                  </a:lnTo>
                  <a:lnTo>
                    <a:pt x="353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603160" y="4839792"/>
              <a:ext cx="12700" cy="3175"/>
            </a:xfrm>
            <a:custGeom>
              <a:avLst/>
              <a:gdLst/>
              <a:ahLst/>
              <a:cxnLst/>
              <a:rect l="l" t="t" r="r" b="b"/>
              <a:pathLst>
                <a:path w="12700" h="3175">
                  <a:moveTo>
                    <a:pt x="9292" y="0"/>
                  </a:moveTo>
                  <a:lnTo>
                    <a:pt x="0" y="0"/>
                  </a:lnTo>
                  <a:lnTo>
                    <a:pt x="1242" y="2491"/>
                  </a:lnTo>
                  <a:lnTo>
                    <a:pt x="4339" y="3114"/>
                  </a:lnTo>
                  <a:lnTo>
                    <a:pt x="6815" y="3114"/>
                  </a:lnTo>
                  <a:lnTo>
                    <a:pt x="9913" y="1868"/>
                  </a:lnTo>
                  <a:lnTo>
                    <a:pt x="12389" y="622"/>
                  </a:lnTo>
                  <a:lnTo>
                    <a:pt x="92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050134" y="4857000"/>
              <a:ext cx="99060" cy="8255"/>
            </a:xfrm>
            <a:custGeom>
              <a:avLst/>
              <a:gdLst/>
              <a:ahLst/>
              <a:cxnLst/>
              <a:rect l="l" t="t" r="r" b="b"/>
              <a:pathLst>
                <a:path w="99059" h="8254">
                  <a:moveTo>
                    <a:pt x="98463" y="2540"/>
                  </a:moveTo>
                  <a:lnTo>
                    <a:pt x="95580" y="2540"/>
                  </a:lnTo>
                  <a:lnTo>
                    <a:pt x="95580" y="1270"/>
                  </a:lnTo>
                  <a:lnTo>
                    <a:pt x="33921" y="1270"/>
                  </a:lnTo>
                  <a:lnTo>
                    <a:pt x="33921" y="0"/>
                  </a:lnTo>
                  <a:lnTo>
                    <a:pt x="26162" y="0"/>
                  </a:lnTo>
                  <a:lnTo>
                    <a:pt x="26162" y="1270"/>
                  </a:lnTo>
                  <a:lnTo>
                    <a:pt x="3721" y="1270"/>
                  </a:lnTo>
                  <a:lnTo>
                    <a:pt x="3721" y="2540"/>
                  </a:lnTo>
                  <a:lnTo>
                    <a:pt x="444" y="2540"/>
                  </a:lnTo>
                  <a:lnTo>
                    <a:pt x="444" y="3810"/>
                  </a:lnTo>
                  <a:lnTo>
                    <a:pt x="0" y="3810"/>
                  </a:lnTo>
                  <a:lnTo>
                    <a:pt x="0" y="5092"/>
                  </a:lnTo>
                  <a:lnTo>
                    <a:pt x="0" y="6362"/>
                  </a:lnTo>
                  <a:lnTo>
                    <a:pt x="1651" y="6362"/>
                  </a:lnTo>
                  <a:lnTo>
                    <a:pt x="1651" y="7632"/>
                  </a:lnTo>
                  <a:lnTo>
                    <a:pt x="39395" y="7632"/>
                  </a:lnTo>
                  <a:lnTo>
                    <a:pt x="39395" y="6362"/>
                  </a:lnTo>
                  <a:lnTo>
                    <a:pt x="52768" y="6362"/>
                  </a:lnTo>
                  <a:lnTo>
                    <a:pt x="52768" y="5092"/>
                  </a:lnTo>
                  <a:lnTo>
                    <a:pt x="69913" y="5092"/>
                  </a:lnTo>
                  <a:lnTo>
                    <a:pt x="69913" y="3810"/>
                  </a:lnTo>
                  <a:lnTo>
                    <a:pt x="98463" y="3810"/>
                  </a:lnTo>
                  <a:lnTo>
                    <a:pt x="98463" y="25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424807" y="4865341"/>
              <a:ext cx="37465" cy="4445"/>
            </a:xfrm>
            <a:custGeom>
              <a:avLst/>
              <a:gdLst/>
              <a:ahLst/>
              <a:cxnLst/>
              <a:rect l="l" t="t" r="r" b="b"/>
              <a:pathLst>
                <a:path w="37465" h="4445">
                  <a:moveTo>
                    <a:pt x="9292" y="0"/>
                  </a:moveTo>
                  <a:lnTo>
                    <a:pt x="4952" y="622"/>
                  </a:lnTo>
                  <a:lnTo>
                    <a:pt x="0" y="1245"/>
                  </a:lnTo>
                  <a:lnTo>
                    <a:pt x="4339" y="2492"/>
                  </a:lnTo>
                  <a:lnTo>
                    <a:pt x="9292" y="3738"/>
                  </a:lnTo>
                  <a:lnTo>
                    <a:pt x="14244" y="4361"/>
                  </a:lnTo>
                  <a:lnTo>
                    <a:pt x="23536" y="4361"/>
                  </a:lnTo>
                  <a:lnTo>
                    <a:pt x="28488" y="3738"/>
                  </a:lnTo>
                  <a:lnTo>
                    <a:pt x="32819" y="3115"/>
                  </a:lnTo>
                  <a:lnTo>
                    <a:pt x="37159" y="1868"/>
                  </a:lnTo>
                  <a:lnTo>
                    <a:pt x="32819" y="2492"/>
                  </a:lnTo>
                  <a:lnTo>
                    <a:pt x="27867" y="1868"/>
                  </a:lnTo>
                  <a:lnTo>
                    <a:pt x="23536" y="1868"/>
                  </a:lnTo>
                  <a:lnTo>
                    <a:pt x="18584" y="1245"/>
                  </a:lnTo>
                  <a:lnTo>
                    <a:pt x="14244" y="622"/>
                  </a:lnTo>
                  <a:lnTo>
                    <a:pt x="92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9005551" y="4870325"/>
              <a:ext cx="225425" cy="8890"/>
            </a:xfrm>
            <a:custGeom>
              <a:avLst/>
              <a:gdLst/>
              <a:ahLst/>
              <a:cxnLst/>
              <a:rect l="l" t="t" r="r" b="b"/>
              <a:pathLst>
                <a:path w="225425" h="8889">
                  <a:moveTo>
                    <a:pt x="171545" y="0"/>
                  </a:moveTo>
                  <a:lnTo>
                    <a:pt x="161019" y="623"/>
                  </a:lnTo>
                  <a:lnTo>
                    <a:pt x="149872" y="623"/>
                  </a:lnTo>
                  <a:lnTo>
                    <a:pt x="139346" y="1246"/>
                  </a:lnTo>
                  <a:lnTo>
                    <a:pt x="43354" y="1246"/>
                  </a:lnTo>
                  <a:lnTo>
                    <a:pt x="32828" y="1869"/>
                  </a:lnTo>
                  <a:lnTo>
                    <a:pt x="22294" y="1869"/>
                  </a:lnTo>
                  <a:lnTo>
                    <a:pt x="1242" y="3115"/>
                  </a:lnTo>
                  <a:lnTo>
                    <a:pt x="0" y="4362"/>
                  </a:lnTo>
                  <a:lnTo>
                    <a:pt x="0" y="5608"/>
                  </a:lnTo>
                  <a:lnTo>
                    <a:pt x="6815" y="7477"/>
                  </a:lnTo>
                  <a:lnTo>
                    <a:pt x="9292" y="7477"/>
                  </a:lnTo>
                  <a:lnTo>
                    <a:pt x="11768" y="8100"/>
                  </a:lnTo>
                  <a:lnTo>
                    <a:pt x="16720" y="8100"/>
                  </a:lnTo>
                  <a:lnTo>
                    <a:pt x="19205" y="7477"/>
                  </a:lnTo>
                  <a:lnTo>
                    <a:pt x="21681" y="8723"/>
                  </a:lnTo>
                  <a:lnTo>
                    <a:pt x="80514" y="8723"/>
                  </a:lnTo>
                  <a:lnTo>
                    <a:pt x="104663" y="7477"/>
                  </a:lnTo>
                  <a:lnTo>
                    <a:pt x="116431" y="6230"/>
                  </a:lnTo>
                  <a:lnTo>
                    <a:pt x="122626" y="4985"/>
                  </a:lnTo>
                  <a:lnTo>
                    <a:pt x="125714" y="4985"/>
                  </a:lnTo>
                  <a:lnTo>
                    <a:pt x="128812" y="4362"/>
                  </a:lnTo>
                  <a:lnTo>
                    <a:pt x="131909" y="4985"/>
                  </a:lnTo>
                  <a:lnTo>
                    <a:pt x="135006" y="4985"/>
                  </a:lnTo>
                  <a:lnTo>
                    <a:pt x="137483" y="6230"/>
                  </a:lnTo>
                  <a:lnTo>
                    <a:pt x="140580" y="8100"/>
                  </a:lnTo>
                  <a:lnTo>
                    <a:pt x="172166" y="6230"/>
                  </a:lnTo>
                  <a:lnTo>
                    <a:pt x="182692" y="4985"/>
                  </a:lnTo>
                  <a:lnTo>
                    <a:pt x="193218" y="4362"/>
                  </a:lnTo>
                  <a:lnTo>
                    <a:pt x="224804" y="4362"/>
                  </a:lnTo>
                  <a:lnTo>
                    <a:pt x="225425" y="3739"/>
                  </a:lnTo>
                  <a:lnTo>
                    <a:pt x="225425" y="3115"/>
                  </a:lnTo>
                  <a:lnTo>
                    <a:pt x="224804" y="1869"/>
                  </a:lnTo>
                  <a:lnTo>
                    <a:pt x="224804" y="623"/>
                  </a:lnTo>
                  <a:lnTo>
                    <a:pt x="1715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9067470" y="4903355"/>
              <a:ext cx="137160" cy="27940"/>
            </a:xfrm>
            <a:custGeom>
              <a:avLst/>
              <a:gdLst/>
              <a:ahLst/>
              <a:cxnLst/>
              <a:rect l="l" t="t" r="r" b="b"/>
              <a:pathLst>
                <a:path w="137159" h="27939">
                  <a:moveTo>
                    <a:pt x="135636" y="8102"/>
                  </a:moveTo>
                  <a:lnTo>
                    <a:pt x="134391" y="3733"/>
                  </a:lnTo>
                  <a:lnTo>
                    <a:pt x="134391" y="0"/>
                  </a:lnTo>
                  <a:lnTo>
                    <a:pt x="126961" y="1244"/>
                  </a:lnTo>
                  <a:lnTo>
                    <a:pt x="111480" y="2489"/>
                  </a:lnTo>
                  <a:lnTo>
                    <a:pt x="103428" y="2489"/>
                  </a:lnTo>
                  <a:lnTo>
                    <a:pt x="95377" y="3111"/>
                  </a:lnTo>
                  <a:lnTo>
                    <a:pt x="87947" y="3111"/>
                  </a:lnTo>
                  <a:lnTo>
                    <a:pt x="72466" y="4356"/>
                  </a:lnTo>
                  <a:lnTo>
                    <a:pt x="62560" y="5613"/>
                  </a:lnTo>
                  <a:lnTo>
                    <a:pt x="58216" y="5613"/>
                  </a:lnTo>
                  <a:lnTo>
                    <a:pt x="54508" y="3111"/>
                  </a:lnTo>
                  <a:lnTo>
                    <a:pt x="45212" y="3111"/>
                  </a:lnTo>
                  <a:lnTo>
                    <a:pt x="41490" y="3733"/>
                  </a:lnTo>
                  <a:lnTo>
                    <a:pt x="37160" y="3733"/>
                  </a:lnTo>
                  <a:lnTo>
                    <a:pt x="29121" y="4991"/>
                  </a:lnTo>
                  <a:lnTo>
                    <a:pt x="24777" y="4991"/>
                  </a:lnTo>
                  <a:lnTo>
                    <a:pt x="19824" y="5613"/>
                  </a:lnTo>
                  <a:lnTo>
                    <a:pt x="17970" y="11836"/>
                  </a:lnTo>
                  <a:lnTo>
                    <a:pt x="97853" y="11836"/>
                  </a:lnTo>
                  <a:lnTo>
                    <a:pt x="109004" y="12458"/>
                  </a:lnTo>
                  <a:lnTo>
                    <a:pt x="111480" y="10591"/>
                  </a:lnTo>
                  <a:lnTo>
                    <a:pt x="114566" y="9347"/>
                  </a:lnTo>
                  <a:lnTo>
                    <a:pt x="128816" y="9347"/>
                  </a:lnTo>
                  <a:lnTo>
                    <a:pt x="135636" y="8102"/>
                  </a:lnTo>
                  <a:close/>
                </a:path>
                <a:path w="137159" h="27939">
                  <a:moveTo>
                    <a:pt x="136867" y="16205"/>
                  </a:moveTo>
                  <a:lnTo>
                    <a:pt x="136245" y="14338"/>
                  </a:lnTo>
                  <a:lnTo>
                    <a:pt x="128193" y="14338"/>
                  </a:lnTo>
                  <a:lnTo>
                    <a:pt x="120142" y="14960"/>
                  </a:lnTo>
                  <a:lnTo>
                    <a:pt x="112102" y="14960"/>
                  </a:lnTo>
                  <a:lnTo>
                    <a:pt x="104051" y="15582"/>
                  </a:lnTo>
                  <a:lnTo>
                    <a:pt x="95999" y="15582"/>
                  </a:lnTo>
                  <a:lnTo>
                    <a:pt x="79895" y="16827"/>
                  </a:lnTo>
                  <a:lnTo>
                    <a:pt x="71843" y="16827"/>
                  </a:lnTo>
                  <a:lnTo>
                    <a:pt x="47688" y="18694"/>
                  </a:lnTo>
                  <a:lnTo>
                    <a:pt x="39636" y="18694"/>
                  </a:lnTo>
                  <a:lnTo>
                    <a:pt x="31597" y="19316"/>
                  </a:lnTo>
                  <a:lnTo>
                    <a:pt x="24168" y="19316"/>
                  </a:lnTo>
                  <a:lnTo>
                    <a:pt x="16103" y="19939"/>
                  </a:lnTo>
                  <a:lnTo>
                    <a:pt x="8051" y="19939"/>
                  </a:lnTo>
                  <a:lnTo>
                    <a:pt x="3098" y="22428"/>
                  </a:lnTo>
                  <a:lnTo>
                    <a:pt x="1244" y="23672"/>
                  </a:lnTo>
                  <a:lnTo>
                    <a:pt x="0" y="26174"/>
                  </a:lnTo>
                  <a:lnTo>
                    <a:pt x="7442" y="26797"/>
                  </a:lnTo>
                  <a:lnTo>
                    <a:pt x="14871" y="26797"/>
                  </a:lnTo>
                  <a:lnTo>
                    <a:pt x="50165" y="23672"/>
                  </a:lnTo>
                  <a:lnTo>
                    <a:pt x="57607" y="23672"/>
                  </a:lnTo>
                  <a:lnTo>
                    <a:pt x="61937" y="21183"/>
                  </a:lnTo>
                  <a:lnTo>
                    <a:pt x="66890" y="20561"/>
                  </a:lnTo>
                  <a:lnTo>
                    <a:pt x="76174" y="21805"/>
                  </a:lnTo>
                  <a:lnTo>
                    <a:pt x="81127" y="23050"/>
                  </a:lnTo>
                  <a:lnTo>
                    <a:pt x="85471" y="23672"/>
                  </a:lnTo>
                  <a:lnTo>
                    <a:pt x="90424" y="23050"/>
                  </a:lnTo>
                  <a:lnTo>
                    <a:pt x="99098" y="20561"/>
                  </a:lnTo>
                  <a:lnTo>
                    <a:pt x="103428" y="21183"/>
                  </a:lnTo>
                  <a:lnTo>
                    <a:pt x="110858" y="23672"/>
                  </a:lnTo>
                  <a:lnTo>
                    <a:pt x="113957" y="25552"/>
                  </a:lnTo>
                  <a:lnTo>
                    <a:pt x="117665" y="26797"/>
                  </a:lnTo>
                  <a:lnTo>
                    <a:pt x="122008" y="27419"/>
                  </a:lnTo>
                  <a:lnTo>
                    <a:pt x="126339" y="26174"/>
                  </a:lnTo>
                  <a:lnTo>
                    <a:pt x="129438" y="24307"/>
                  </a:lnTo>
                  <a:lnTo>
                    <a:pt x="133159" y="22428"/>
                  </a:lnTo>
                  <a:lnTo>
                    <a:pt x="135636" y="19939"/>
                  </a:lnTo>
                  <a:lnTo>
                    <a:pt x="136867" y="162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2" name="object 4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3050" y="2813050"/>
            <a:ext cx="4051300" cy="3441700"/>
          </a:xfrm>
          <a:prstGeom prst="rect">
            <a:avLst/>
          </a:prstGeom>
        </p:spPr>
      </p:pic>
      <p:sp>
        <p:nvSpPr>
          <p:cNvPr id="43" name="object 43"/>
          <p:cNvSpPr txBox="1"/>
          <p:nvPr/>
        </p:nvSpPr>
        <p:spPr>
          <a:xfrm>
            <a:off x="1907794" y="5285994"/>
            <a:ext cx="87439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Training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</a:t>
            </a:r>
            <a:r>
              <a:rPr sz="1800" spc="-15" dirty="0">
                <a:latin typeface="Arial MT"/>
                <a:cs typeface="Arial MT"/>
              </a:rPr>
              <a:t>e</a:t>
            </a:r>
            <a:r>
              <a:rPr sz="1800" spc="-5" dirty="0">
                <a:latin typeface="Arial MT"/>
                <a:cs typeface="Arial MT"/>
              </a:rPr>
              <a:t>cor</a:t>
            </a:r>
            <a:r>
              <a:rPr sz="1800" spc="-15" dirty="0">
                <a:latin typeface="Arial MT"/>
                <a:cs typeface="Arial MT"/>
              </a:rPr>
              <a:t>d</a:t>
            </a:r>
            <a:r>
              <a:rPr sz="1800" dirty="0">
                <a:latin typeface="Arial MT"/>
                <a:cs typeface="Arial MT"/>
              </a:rPr>
              <a:t>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992869" y="3304159"/>
            <a:ext cx="7613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56845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Test 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</a:t>
            </a:r>
            <a:r>
              <a:rPr sz="1800" spc="-15" dirty="0">
                <a:latin typeface="Arial MT"/>
                <a:cs typeface="Arial MT"/>
              </a:rPr>
              <a:t>e</a:t>
            </a:r>
            <a:r>
              <a:rPr sz="1800" spc="-5" dirty="0">
                <a:latin typeface="Arial MT"/>
                <a:cs typeface="Arial MT"/>
              </a:rPr>
              <a:t>cord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861429" y="3075559"/>
            <a:ext cx="95059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C</a:t>
            </a:r>
            <a:r>
              <a:rPr sz="1800" spc="-15" dirty="0">
                <a:latin typeface="Arial MT"/>
                <a:cs typeface="Arial MT"/>
              </a:rPr>
              <a:t>o</a:t>
            </a:r>
            <a:r>
              <a:rPr sz="1800" spc="-5" dirty="0">
                <a:latin typeface="Arial MT"/>
                <a:cs typeface="Arial MT"/>
              </a:rPr>
              <a:t>mp</a:t>
            </a:r>
            <a:r>
              <a:rPr sz="1800" spc="-15" dirty="0">
                <a:latin typeface="Arial MT"/>
                <a:cs typeface="Arial MT"/>
              </a:rPr>
              <a:t>u</a:t>
            </a:r>
            <a:r>
              <a:rPr sz="1800" dirty="0">
                <a:latin typeface="Arial MT"/>
                <a:cs typeface="Arial MT"/>
              </a:rPr>
              <a:t>te  </a:t>
            </a:r>
            <a:r>
              <a:rPr sz="1800" spc="-5" dirty="0">
                <a:latin typeface="Arial MT"/>
                <a:cs typeface="Arial MT"/>
              </a:rPr>
              <a:t>Distance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4189730" y="3563365"/>
            <a:ext cx="4573270" cy="1789430"/>
          </a:xfrm>
          <a:custGeom>
            <a:avLst/>
            <a:gdLst/>
            <a:ahLst/>
            <a:cxnLst/>
            <a:rect l="l" t="t" r="r" b="b"/>
            <a:pathLst>
              <a:path w="4573270" h="1789429">
                <a:moveTo>
                  <a:pt x="4420870" y="1008634"/>
                </a:moveTo>
                <a:lnTo>
                  <a:pt x="4419905" y="1007872"/>
                </a:lnTo>
                <a:lnTo>
                  <a:pt x="4320540" y="929386"/>
                </a:lnTo>
                <a:lnTo>
                  <a:pt x="4312780" y="966787"/>
                </a:lnTo>
                <a:lnTo>
                  <a:pt x="386080" y="151765"/>
                </a:lnTo>
                <a:lnTo>
                  <a:pt x="378460" y="189103"/>
                </a:lnTo>
                <a:lnTo>
                  <a:pt x="4305058" y="1004011"/>
                </a:lnTo>
                <a:lnTo>
                  <a:pt x="4297299" y="1041400"/>
                </a:lnTo>
                <a:lnTo>
                  <a:pt x="4420870" y="1008634"/>
                </a:lnTo>
                <a:close/>
              </a:path>
              <a:path w="4573270" h="1789429">
                <a:moveTo>
                  <a:pt x="4497070" y="1237234"/>
                </a:moveTo>
                <a:lnTo>
                  <a:pt x="4466996" y="1224661"/>
                </a:lnTo>
                <a:lnTo>
                  <a:pt x="4379214" y="1187958"/>
                </a:lnTo>
                <a:lnTo>
                  <a:pt x="4381741" y="1225956"/>
                </a:lnTo>
                <a:lnTo>
                  <a:pt x="0" y="1522984"/>
                </a:lnTo>
                <a:lnTo>
                  <a:pt x="2540" y="1561084"/>
                </a:lnTo>
                <a:lnTo>
                  <a:pt x="4384281" y="1263929"/>
                </a:lnTo>
                <a:lnTo>
                  <a:pt x="4385411" y="1280845"/>
                </a:lnTo>
                <a:lnTo>
                  <a:pt x="4374388" y="1277620"/>
                </a:lnTo>
                <a:lnTo>
                  <a:pt x="4381208" y="1315186"/>
                </a:lnTo>
                <a:lnTo>
                  <a:pt x="1979041" y="1751838"/>
                </a:lnTo>
                <a:lnTo>
                  <a:pt x="1985899" y="1789430"/>
                </a:lnTo>
                <a:lnTo>
                  <a:pt x="4388015" y="1352664"/>
                </a:lnTo>
                <a:lnTo>
                  <a:pt x="4394835" y="1390142"/>
                </a:lnTo>
                <a:lnTo>
                  <a:pt x="4497070" y="1313434"/>
                </a:lnTo>
                <a:lnTo>
                  <a:pt x="4491406" y="1311783"/>
                </a:lnTo>
                <a:lnTo>
                  <a:pt x="4410418" y="1288148"/>
                </a:lnTo>
                <a:lnTo>
                  <a:pt x="4497070" y="1237234"/>
                </a:lnTo>
                <a:close/>
              </a:path>
              <a:path w="4573270" h="1789429">
                <a:moveTo>
                  <a:pt x="4497070" y="932434"/>
                </a:moveTo>
                <a:lnTo>
                  <a:pt x="4484471" y="919607"/>
                </a:lnTo>
                <a:lnTo>
                  <a:pt x="4407535" y="841248"/>
                </a:lnTo>
                <a:lnTo>
                  <a:pt x="4395152" y="877379"/>
                </a:lnTo>
                <a:lnTo>
                  <a:pt x="1836293" y="0"/>
                </a:lnTo>
                <a:lnTo>
                  <a:pt x="1823847" y="36080"/>
                </a:lnTo>
                <a:lnTo>
                  <a:pt x="4382795" y="913434"/>
                </a:lnTo>
                <a:lnTo>
                  <a:pt x="4370451" y="949452"/>
                </a:lnTo>
                <a:lnTo>
                  <a:pt x="4497070" y="932434"/>
                </a:lnTo>
                <a:close/>
              </a:path>
              <a:path w="4573270" h="1789429">
                <a:moveTo>
                  <a:pt x="4537621" y="1101598"/>
                </a:moveTo>
                <a:lnTo>
                  <a:pt x="4477639" y="1101598"/>
                </a:lnTo>
                <a:lnTo>
                  <a:pt x="4458576" y="1101598"/>
                </a:lnTo>
                <a:lnTo>
                  <a:pt x="4457700" y="1139190"/>
                </a:lnTo>
                <a:lnTo>
                  <a:pt x="4537621" y="1101598"/>
                </a:lnTo>
                <a:close/>
              </a:path>
              <a:path w="4573270" h="1789429">
                <a:moveTo>
                  <a:pt x="4573270" y="1084834"/>
                </a:moveTo>
                <a:lnTo>
                  <a:pt x="4460367" y="1025017"/>
                </a:lnTo>
                <a:lnTo>
                  <a:pt x="4459478" y="1063053"/>
                </a:lnTo>
                <a:lnTo>
                  <a:pt x="1373378" y="989584"/>
                </a:lnTo>
                <a:lnTo>
                  <a:pt x="1372362" y="1027684"/>
                </a:lnTo>
                <a:lnTo>
                  <a:pt x="4458576" y="1101153"/>
                </a:lnTo>
                <a:lnTo>
                  <a:pt x="4477639" y="1101153"/>
                </a:lnTo>
                <a:lnTo>
                  <a:pt x="4538586" y="1101153"/>
                </a:lnTo>
                <a:lnTo>
                  <a:pt x="4573270" y="108483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6785229" y="5285994"/>
            <a:ext cx="17653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Choose </a:t>
            </a:r>
            <a:r>
              <a:rPr sz="1800" dirty="0">
                <a:latin typeface="Arial MT"/>
                <a:cs typeface="Arial MT"/>
              </a:rPr>
              <a:t>k of the 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“nearest”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records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5562092" y="4549775"/>
            <a:ext cx="3201035" cy="806450"/>
          </a:xfrm>
          <a:custGeom>
            <a:avLst/>
            <a:gdLst/>
            <a:ahLst/>
            <a:cxnLst/>
            <a:rect l="l" t="t" r="r" b="b"/>
            <a:pathLst>
              <a:path w="3201034" h="806450">
                <a:moveTo>
                  <a:pt x="3124708" y="327025"/>
                </a:moveTo>
                <a:lnTo>
                  <a:pt x="3117735" y="324993"/>
                </a:lnTo>
                <a:lnTo>
                  <a:pt x="2981579" y="285242"/>
                </a:lnTo>
                <a:lnTo>
                  <a:pt x="2989529" y="328980"/>
                </a:lnTo>
                <a:lnTo>
                  <a:pt x="606171" y="762381"/>
                </a:lnTo>
                <a:lnTo>
                  <a:pt x="614045" y="806069"/>
                </a:lnTo>
                <a:lnTo>
                  <a:pt x="2997504" y="372770"/>
                </a:lnTo>
                <a:lnTo>
                  <a:pt x="3005455" y="416433"/>
                </a:lnTo>
                <a:lnTo>
                  <a:pt x="3124708" y="327025"/>
                </a:lnTo>
                <a:close/>
              </a:path>
              <a:path w="3201034" h="806450">
                <a:moveTo>
                  <a:pt x="3159366" y="117983"/>
                </a:moveTo>
                <a:lnTo>
                  <a:pt x="3089275" y="117983"/>
                </a:lnTo>
                <a:lnTo>
                  <a:pt x="3067075" y="117983"/>
                </a:lnTo>
                <a:lnTo>
                  <a:pt x="3066034" y="161925"/>
                </a:lnTo>
                <a:lnTo>
                  <a:pt x="3159366" y="117983"/>
                </a:lnTo>
                <a:close/>
              </a:path>
              <a:path w="3201034" h="806450">
                <a:moveTo>
                  <a:pt x="3200908" y="98425"/>
                </a:moveTo>
                <a:lnTo>
                  <a:pt x="3069209" y="28575"/>
                </a:lnTo>
                <a:lnTo>
                  <a:pt x="3068142" y="73012"/>
                </a:lnTo>
                <a:lnTo>
                  <a:pt x="1016" y="0"/>
                </a:lnTo>
                <a:lnTo>
                  <a:pt x="0" y="44450"/>
                </a:lnTo>
                <a:lnTo>
                  <a:pt x="3067088" y="117462"/>
                </a:lnTo>
                <a:lnTo>
                  <a:pt x="3089275" y="117462"/>
                </a:lnTo>
                <a:lnTo>
                  <a:pt x="3160484" y="117462"/>
                </a:lnTo>
                <a:lnTo>
                  <a:pt x="3200908" y="98425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71597" y="461594"/>
            <a:ext cx="64509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Nearest-Neighbor</a:t>
            </a:r>
            <a:r>
              <a:rPr spc="-95" dirty="0"/>
              <a:t> </a:t>
            </a:r>
            <a:r>
              <a:rPr spc="-10" dirty="0"/>
              <a:t>Classifiers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32829" y="1170178"/>
            <a:ext cx="2538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350" dirty="0">
                <a:solidFill>
                  <a:srgbClr val="0C7A9C"/>
                </a:solidFill>
                <a:latin typeface="Arial MT"/>
                <a:cs typeface="Arial MT"/>
              </a:rPr>
              <a:t>l	</a:t>
            </a:r>
            <a:r>
              <a:rPr sz="1800" spc="-5" dirty="0">
                <a:latin typeface="Arial MT"/>
                <a:cs typeface="Arial MT"/>
              </a:rPr>
              <a:t>Requires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three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things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32829" y="1442973"/>
            <a:ext cx="3778250" cy="449516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756285" indent="-287020">
              <a:lnSpc>
                <a:spcPct val="100000"/>
              </a:lnSpc>
              <a:spcBef>
                <a:spcPts val="725"/>
              </a:spcBef>
              <a:buClr>
                <a:srgbClr val="0C7A9C"/>
              </a:buClr>
              <a:buChar char="–"/>
              <a:tabLst>
                <a:tab pos="756285" algn="l"/>
                <a:tab pos="756920" algn="l"/>
              </a:tabLst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stored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records</a:t>
            </a:r>
            <a:endParaRPr sz="1800">
              <a:latin typeface="Arial MT"/>
              <a:cs typeface="Arial MT"/>
            </a:endParaRPr>
          </a:p>
          <a:p>
            <a:pPr marL="756285" marR="245110" indent="-287020">
              <a:lnSpc>
                <a:spcPct val="100000"/>
              </a:lnSpc>
              <a:spcBef>
                <a:spcPts val="620"/>
              </a:spcBef>
              <a:buClr>
                <a:srgbClr val="0C7A9C"/>
              </a:buClr>
              <a:buChar char="–"/>
              <a:tabLst>
                <a:tab pos="756285" algn="l"/>
                <a:tab pos="756920" algn="l"/>
              </a:tabLst>
            </a:pPr>
            <a:r>
              <a:rPr sz="1800" spc="-5" dirty="0">
                <a:latin typeface="Arial MT"/>
                <a:cs typeface="Arial MT"/>
              </a:rPr>
              <a:t>Distance Metric to compute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distance</a:t>
            </a:r>
            <a:r>
              <a:rPr sz="1800" spc="-10" dirty="0">
                <a:latin typeface="Arial MT"/>
                <a:cs typeface="Arial MT"/>
              </a:rPr>
              <a:t> between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records</a:t>
            </a:r>
            <a:endParaRPr sz="1800">
              <a:latin typeface="Arial MT"/>
              <a:cs typeface="Arial MT"/>
            </a:endParaRPr>
          </a:p>
          <a:p>
            <a:pPr marL="756285" marR="41275" indent="-287020">
              <a:lnSpc>
                <a:spcPct val="100000"/>
              </a:lnSpc>
              <a:spcBef>
                <a:spcPts val="615"/>
              </a:spcBef>
              <a:buClr>
                <a:srgbClr val="0C7A9C"/>
              </a:buClr>
              <a:buChar char="–"/>
              <a:tabLst>
                <a:tab pos="756285" algn="l"/>
                <a:tab pos="756920" algn="l"/>
              </a:tabLst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value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i="1" dirty="0">
                <a:latin typeface="Arial"/>
                <a:cs typeface="Arial"/>
              </a:rPr>
              <a:t>k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number </a:t>
            </a:r>
            <a:r>
              <a:rPr sz="1800" dirty="0">
                <a:latin typeface="Arial MT"/>
                <a:cs typeface="Arial MT"/>
              </a:rPr>
              <a:t>of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nearest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neighbors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retrieve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350" dirty="0">
                <a:solidFill>
                  <a:srgbClr val="0C7A9C"/>
                </a:solidFill>
                <a:latin typeface="Arial MT"/>
                <a:cs typeface="Arial MT"/>
              </a:rPr>
              <a:t>l	</a:t>
            </a:r>
            <a:r>
              <a:rPr sz="1800" spc="-95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classify an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unknown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record:</a:t>
            </a:r>
            <a:endParaRPr sz="1800">
              <a:latin typeface="Arial MT"/>
              <a:cs typeface="Arial MT"/>
            </a:endParaRPr>
          </a:p>
          <a:p>
            <a:pPr marL="756285" marR="334645" indent="-287020">
              <a:lnSpc>
                <a:spcPct val="100000"/>
              </a:lnSpc>
              <a:spcBef>
                <a:spcPts val="615"/>
              </a:spcBef>
              <a:buClr>
                <a:srgbClr val="0C7A9C"/>
              </a:buClr>
              <a:buChar char="–"/>
              <a:tabLst>
                <a:tab pos="756285" algn="l"/>
                <a:tab pos="756920" algn="l"/>
              </a:tabLst>
            </a:pPr>
            <a:r>
              <a:rPr sz="1800" spc="-5" dirty="0">
                <a:latin typeface="Arial MT"/>
                <a:cs typeface="Arial MT"/>
              </a:rPr>
              <a:t>Compute distance to other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training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records</a:t>
            </a:r>
            <a:endParaRPr sz="1800">
              <a:latin typeface="Arial MT"/>
              <a:cs typeface="Arial MT"/>
            </a:endParaRPr>
          </a:p>
          <a:p>
            <a:pPr marL="756285" indent="-287020">
              <a:lnSpc>
                <a:spcPct val="100000"/>
              </a:lnSpc>
              <a:spcBef>
                <a:spcPts val="610"/>
              </a:spcBef>
              <a:buClr>
                <a:srgbClr val="0C7A9C"/>
              </a:buClr>
              <a:buChar char="–"/>
              <a:tabLst>
                <a:tab pos="756285" algn="l"/>
                <a:tab pos="756920" algn="l"/>
              </a:tabLst>
            </a:pPr>
            <a:r>
              <a:rPr sz="1800" spc="-5" dirty="0">
                <a:latin typeface="Arial MT"/>
                <a:cs typeface="Arial MT"/>
              </a:rPr>
              <a:t>Identify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i="1" dirty="0">
                <a:latin typeface="Arial"/>
                <a:cs typeface="Arial"/>
              </a:rPr>
              <a:t>k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spc="-5" dirty="0">
                <a:latin typeface="Arial MT"/>
                <a:cs typeface="Arial MT"/>
              </a:rPr>
              <a:t>nearest neighbors</a:t>
            </a:r>
            <a:endParaRPr sz="1800">
              <a:latin typeface="Arial MT"/>
              <a:cs typeface="Arial MT"/>
            </a:endParaRPr>
          </a:p>
          <a:p>
            <a:pPr marL="756285" marR="5080" indent="-287020">
              <a:lnSpc>
                <a:spcPct val="100000"/>
              </a:lnSpc>
              <a:spcBef>
                <a:spcPts val="625"/>
              </a:spcBef>
              <a:buClr>
                <a:srgbClr val="0C7A9C"/>
              </a:buClr>
              <a:buChar char="–"/>
              <a:tabLst>
                <a:tab pos="756285" algn="l"/>
                <a:tab pos="756920" algn="l"/>
              </a:tabLst>
            </a:pPr>
            <a:r>
              <a:rPr sz="1800" spc="-5" dirty="0">
                <a:latin typeface="Arial MT"/>
                <a:cs typeface="Arial MT"/>
              </a:rPr>
              <a:t>Use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class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labels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5" dirty="0">
                <a:latin typeface="Arial MT"/>
                <a:cs typeface="Arial MT"/>
              </a:rPr>
              <a:t> nearest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neighbors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determine </a:t>
            </a:r>
            <a:r>
              <a:rPr sz="1800" dirty="0">
                <a:latin typeface="Arial MT"/>
                <a:cs typeface="Arial MT"/>
              </a:rPr>
              <a:t>the 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class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label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unknown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record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(e.g.,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by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taking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majority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vote)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990798" y="1431666"/>
            <a:ext cx="4292600" cy="4312285"/>
            <a:chOff x="1990798" y="1431666"/>
            <a:chExt cx="4292600" cy="4312285"/>
          </a:xfrm>
        </p:grpSpPr>
        <p:sp>
          <p:nvSpPr>
            <p:cNvPr id="6" name="object 6"/>
            <p:cNvSpPr/>
            <p:nvPr/>
          </p:nvSpPr>
          <p:spPr>
            <a:xfrm>
              <a:off x="1991736" y="1669880"/>
              <a:ext cx="4290695" cy="4073525"/>
            </a:xfrm>
            <a:custGeom>
              <a:avLst/>
              <a:gdLst/>
              <a:ahLst/>
              <a:cxnLst/>
              <a:rect l="l" t="t" r="r" b="b"/>
              <a:pathLst>
                <a:path w="4290695" h="4073525">
                  <a:moveTo>
                    <a:pt x="0" y="4073050"/>
                  </a:moveTo>
                  <a:lnTo>
                    <a:pt x="4290644" y="4073050"/>
                  </a:lnTo>
                  <a:lnTo>
                    <a:pt x="4290644" y="0"/>
                  </a:lnTo>
                  <a:lnTo>
                    <a:pt x="0" y="0"/>
                  </a:lnTo>
                  <a:lnTo>
                    <a:pt x="0" y="407305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68474" y="2047761"/>
              <a:ext cx="3635375" cy="3456940"/>
            </a:xfrm>
            <a:custGeom>
              <a:avLst/>
              <a:gdLst/>
              <a:ahLst/>
              <a:cxnLst/>
              <a:rect l="l" t="t" r="r" b="b"/>
              <a:pathLst>
                <a:path w="3635375" h="3456940">
                  <a:moveTo>
                    <a:pt x="834318" y="595993"/>
                  </a:moveTo>
                  <a:lnTo>
                    <a:pt x="595896" y="595993"/>
                  </a:lnTo>
                </a:path>
                <a:path w="3635375" h="3456940">
                  <a:moveTo>
                    <a:pt x="715146" y="715192"/>
                  </a:moveTo>
                  <a:lnTo>
                    <a:pt x="715146" y="476795"/>
                  </a:lnTo>
                </a:path>
                <a:path w="3635375" h="3456940">
                  <a:moveTo>
                    <a:pt x="1311004" y="715192"/>
                  </a:moveTo>
                  <a:lnTo>
                    <a:pt x="1072661" y="715192"/>
                  </a:lnTo>
                </a:path>
                <a:path w="3635375" h="3456940">
                  <a:moveTo>
                    <a:pt x="1191832" y="834391"/>
                  </a:moveTo>
                  <a:lnTo>
                    <a:pt x="1191832" y="595993"/>
                  </a:lnTo>
                </a:path>
                <a:path w="3635375" h="3456940">
                  <a:moveTo>
                    <a:pt x="953489" y="1072788"/>
                  </a:moveTo>
                  <a:lnTo>
                    <a:pt x="715146" y="1072788"/>
                  </a:lnTo>
                </a:path>
                <a:path w="3635375" h="3456940">
                  <a:moveTo>
                    <a:pt x="834318" y="1191987"/>
                  </a:moveTo>
                  <a:lnTo>
                    <a:pt x="834318" y="953590"/>
                  </a:lnTo>
                </a:path>
                <a:path w="3635375" h="3456940">
                  <a:moveTo>
                    <a:pt x="1549425" y="119198"/>
                  </a:moveTo>
                  <a:lnTo>
                    <a:pt x="1311004" y="119198"/>
                  </a:lnTo>
                </a:path>
                <a:path w="3635375" h="3456940">
                  <a:moveTo>
                    <a:pt x="1430253" y="238397"/>
                  </a:moveTo>
                  <a:lnTo>
                    <a:pt x="1430253" y="0"/>
                  </a:lnTo>
                </a:path>
                <a:path w="3635375" h="3456940">
                  <a:moveTo>
                    <a:pt x="1668597" y="1191987"/>
                  </a:moveTo>
                  <a:lnTo>
                    <a:pt x="1430253" y="1191987"/>
                  </a:lnTo>
                </a:path>
                <a:path w="3635375" h="3456940">
                  <a:moveTo>
                    <a:pt x="1549425" y="1311186"/>
                  </a:moveTo>
                  <a:lnTo>
                    <a:pt x="1549425" y="1072788"/>
                  </a:lnTo>
                </a:path>
                <a:path w="3635375" h="3456940">
                  <a:moveTo>
                    <a:pt x="238374" y="3099168"/>
                  </a:moveTo>
                  <a:lnTo>
                    <a:pt x="0" y="3099168"/>
                  </a:lnTo>
                </a:path>
                <a:path w="3635375" h="3456940">
                  <a:moveTo>
                    <a:pt x="119187" y="3218366"/>
                  </a:moveTo>
                  <a:lnTo>
                    <a:pt x="119187" y="2979969"/>
                  </a:lnTo>
                </a:path>
                <a:path w="3635375" h="3456940">
                  <a:moveTo>
                    <a:pt x="1072661" y="3099168"/>
                  </a:moveTo>
                  <a:lnTo>
                    <a:pt x="834318" y="3099168"/>
                  </a:lnTo>
                </a:path>
                <a:path w="3635375" h="3456940">
                  <a:moveTo>
                    <a:pt x="953489" y="3218366"/>
                  </a:moveTo>
                  <a:lnTo>
                    <a:pt x="953489" y="2979969"/>
                  </a:lnTo>
                </a:path>
                <a:path w="3635375" h="3456940">
                  <a:moveTo>
                    <a:pt x="715146" y="3337565"/>
                  </a:moveTo>
                  <a:lnTo>
                    <a:pt x="476725" y="3337565"/>
                  </a:lnTo>
                </a:path>
                <a:path w="3635375" h="3456940">
                  <a:moveTo>
                    <a:pt x="595896" y="3456772"/>
                  </a:moveTo>
                  <a:lnTo>
                    <a:pt x="595896" y="3218366"/>
                  </a:lnTo>
                </a:path>
                <a:path w="3635375" h="3456940">
                  <a:moveTo>
                    <a:pt x="595896" y="2801171"/>
                  </a:moveTo>
                  <a:lnTo>
                    <a:pt x="357553" y="2801171"/>
                  </a:lnTo>
                </a:path>
                <a:path w="3635375" h="3456940">
                  <a:moveTo>
                    <a:pt x="476725" y="2920370"/>
                  </a:moveTo>
                  <a:lnTo>
                    <a:pt x="476725" y="2681972"/>
                  </a:lnTo>
                </a:path>
                <a:path w="3635375" h="3456940">
                  <a:moveTo>
                    <a:pt x="3456404" y="2860770"/>
                  </a:moveTo>
                  <a:lnTo>
                    <a:pt x="3217983" y="2860770"/>
                  </a:lnTo>
                </a:path>
                <a:path w="3635375" h="3456940">
                  <a:moveTo>
                    <a:pt x="3337155" y="2979969"/>
                  </a:moveTo>
                  <a:lnTo>
                    <a:pt x="3337155" y="2741571"/>
                  </a:lnTo>
                </a:path>
                <a:path w="3635375" h="3456940">
                  <a:moveTo>
                    <a:pt x="3635123" y="3337565"/>
                  </a:moveTo>
                  <a:lnTo>
                    <a:pt x="3396779" y="3337565"/>
                  </a:lnTo>
                </a:path>
                <a:path w="3635375" h="3456940">
                  <a:moveTo>
                    <a:pt x="3515951" y="3456772"/>
                  </a:moveTo>
                  <a:lnTo>
                    <a:pt x="3515951" y="3218366"/>
                  </a:lnTo>
                </a:path>
                <a:path w="3635375" h="3456940">
                  <a:moveTo>
                    <a:pt x="3098812" y="3218366"/>
                  </a:moveTo>
                  <a:lnTo>
                    <a:pt x="2860468" y="3218366"/>
                  </a:lnTo>
                </a:path>
                <a:path w="3635375" h="3456940">
                  <a:moveTo>
                    <a:pt x="2979640" y="3337565"/>
                  </a:moveTo>
                  <a:lnTo>
                    <a:pt x="2979640" y="3099168"/>
                  </a:lnTo>
                </a:path>
                <a:path w="3635375" h="3456940">
                  <a:moveTo>
                    <a:pt x="2979640" y="2622373"/>
                  </a:moveTo>
                  <a:lnTo>
                    <a:pt x="2741297" y="2622373"/>
                  </a:lnTo>
                </a:path>
                <a:path w="3635375" h="3456940">
                  <a:moveTo>
                    <a:pt x="2860468" y="2741571"/>
                  </a:moveTo>
                  <a:lnTo>
                    <a:pt x="2860468" y="2503174"/>
                  </a:lnTo>
                </a:path>
              </a:pathLst>
            </a:custGeom>
            <a:ln w="16859">
              <a:solidFill>
                <a:srgbClr val="8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30108" y="1988082"/>
              <a:ext cx="3933190" cy="3576320"/>
            </a:xfrm>
            <a:custGeom>
              <a:avLst/>
              <a:gdLst/>
              <a:ahLst/>
              <a:cxnLst/>
              <a:rect l="l" t="t" r="r" b="b"/>
              <a:pathLst>
                <a:path w="3933190" h="3576320">
                  <a:moveTo>
                    <a:pt x="476740" y="1370865"/>
                  </a:moveTo>
                  <a:lnTo>
                    <a:pt x="238366" y="1370865"/>
                  </a:lnTo>
                </a:path>
                <a:path w="3933190" h="3576320">
                  <a:moveTo>
                    <a:pt x="2681695" y="2711852"/>
                  </a:moveTo>
                  <a:lnTo>
                    <a:pt x="2443274" y="2711852"/>
                  </a:lnTo>
                </a:path>
                <a:path w="3933190" h="3576320">
                  <a:moveTo>
                    <a:pt x="3754318" y="2205257"/>
                  </a:moveTo>
                  <a:lnTo>
                    <a:pt x="3515974" y="2205257"/>
                  </a:lnTo>
                </a:path>
                <a:path w="3933190" h="3576320">
                  <a:moveTo>
                    <a:pt x="2115533" y="3456844"/>
                  </a:moveTo>
                  <a:lnTo>
                    <a:pt x="1877190" y="3456844"/>
                  </a:lnTo>
                </a:path>
                <a:path w="3933190" h="3576320">
                  <a:moveTo>
                    <a:pt x="2147807" y="2041318"/>
                  </a:moveTo>
                  <a:lnTo>
                    <a:pt x="1909464" y="2041318"/>
                  </a:lnTo>
                </a:path>
                <a:path w="3933190" h="3576320">
                  <a:moveTo>
                    <a:pt x="2979663" y="774871"/>
                  </a:moveTo>
                  <a:lnTo>
                    <a:pt x="2741242" y="774871"/>
                  </a:lnTo>
                </a:path>
                <a:path w="3933190" h="3576320">
                  <a:moveTo>
                    <a:pt x="1013059" y="1966859"/>
                  </a:moveTo>
                  <a:lnTo>
                    <a:pt x="774716" y="1966859"/>
                  </a:lnTo>
                </a:path>
                <a:path w="3933190" h="3576320">
                  <a:moveTo>
                    <a:pt x="2502899" y="119278"/>
                  </a:moveTo>
                  <a:lnTo>
                    <a:pt x="2264556" y="119278"/>
                  </a:lnTo>
                </a:path>
                <a:path w="3933190" h="3576320">
                  <a:moveTo>
                    <a:pt x="238366" y="2443654"/>
                  </a:moveTo>
                  <a:lnTo>
                    <a:pt x="0" y="2443654"/>
                  </a:lnTo>
                </a:path>
                <a:path w="3933190" h="3576320">
                  <a:moveTo>
                    <a:pt x="536295" y="0"/>
                  </a:moveTo>
                  <a:lnTo>
                    <a:pt x="297960" y="0"/>
                  </a:lnTo>
                </a:path>
                <a:path w="3933190" h="3576320">
                  <a:moveTo>
                    <a:pt x="3456350" y="1639063"/>
                  </a:moveTo>
                  <a:lnTo>
                    <a:pt x="3218007" y="1639063"/>
                  </a:lnTo>
                </a:path>
                <a:path w="3933190" h="3576320">
                  <a:moveTo>
                    <a:pt x="2532672" y="1370865"/>
                  </a:moveTo>
                  <a:lnTo>
                    <a:pt x="2294329" y="1370865"/>
                  </a:lnTo>
                </a:path>
                <a:path w="3933190" h="3576320">
                  <a:moveTo>
                    <a:pt x="1549370" y="2562853"/>
                  </a:moveTo>
                  <a:lnTo>
                    <a:pt x="1311027" y="2562853"/>
                  </a:lnTo>
                </a:path>
                <a:path w="3933190" h="3576320">
                  <a:moveTo>
                    <a:pt x="268163" y="2801251"/>
                  </a:moveTo>
                  <a:lnTo>
                    <a:pt x="29796" y="2801251"/>
                  </a:lnTo>
                </a:path>
                <a:path w="3933190" h="3576320">
                  <a:moveTo>
                    <a:pt x="3694771" y="178878"/>
                  </a:moveTo>
                  <a:lnTo>
                    <a:pt x="3456350" y="178878"/>
                  </a:lnTo>
                </a:path>
                <a:path w="3933190" h="3576320">
                  <a:moveTo>
                    <a:pt x="1549370" y="1668862"/>
                  </a:moveTo>
                  <a:lnTo>
                    <a:pt x="1311027" y="1668862"/>
                  </a:lnTo>
                </a:path>
                <a:path w="3933190" h="3576320">
                  <a:moveTo>
                    <a:pt x="1906963" y="2980049"/>
                  </a:moveTo>
                  <a:lnTo>
                    <a:pt x="1668620" y="2980049"/>
                  </a:lnTo>
                </a:path>
                <a:path w="3933190" h="3576320">
                  <a:moveTo>
                    <a:pt x="1460050" y="3576051"/>
                  </a:moveTo>
                  <a:lnTo>
                    <a:pt x="1221629" y="3576051"/>
                  </a:lnTo>
                </a:path>
                <a:path w="3933190" h="3576320">
                  <a:moveTo>
                    <a:pt x="3933114" y="2622452"/>
                  </a:moveTo>
                  <a:lnTo>
                    <a:pt x="3694771" y="2622452"/>
                  </a:lnTo>
                </a:path>
              </a:pathLst>
            </a:custGeom>
            <a:ln w="24352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94874" y="1782600"/>
              <a:ext cx="1250950" cy="1250950"/>
            </a:xfrm>
            <a:custGeom>
              <a:avLst/>
              <a:gdLst/>
              <a:ahLst/>
              <a:cxnLst/>
              <a:rect l="l" t="t" r="r" b="b"/>
              <a:pathLst>
                <a:path w="1250950" h="1250950">
                  <a:moveTo>
                    <a:pt x="0" y="625314"/>
                  </a:moveTo>
                  <a:lnTo>
                    <a:pt x="1881" y="576443"/>
                  </a:lnTo>
                  <a:lnTo>
                    <a:pt x="7431" y="528602"/>
                  </a:lnTo>
                  <a:lnTo>
                    <a:pt x="16512" y="481928"/>
                  </a:lnTo>
                  <a:lnTo>
                    <a:pt x="28984" y="436562"/>
                  </a:lnTo>
                  <a:lnTo>
                    <a:pt x="44709" y="392642"/>
                  </a:lnTo>
                  <a:lnTo>
                    <a:pt x="63547" y="350307"/>
                  </a:lnTo>
                  <a:lnTo>
                    <a:pt x="85360" y="309696"/>
                  </a:lnTo>
                  <a:lnTo>
                    <a:pt x="110009" y="270948"/>
                  </a:lnTo>
                  <a:lnTo>
                    <a:pt x="137354" y="234203"/>
                  </a:lnTo>
                  <a:lnTo>
                    <a:pt x="167256" y="199598"/>
                  </a:lnTo>
                  <a:lnTo>
                    <a:pt x="199577" y="167273"/>
                  </a:lnTo>
                  <a:lnTo>
                    <a:pt x="234178" y="137367"/>
                  </a:lnTo>
                  <a:lnTo>
                    <a:pt x="270920" y="110019"/>
                  </a:lnTo>
                  <a:lnTo>
                    <a:pt x="309663" y="85368"/>
                  </a:lnTo>
                  <a:lnTo>
                    <a:pt x="350269" y="63553"/>
                  </a:lnTo>
                  <a:lnTo>
                    <a:pt x="392599" y="44713"/>
                  </a:lnTo>
                  <a:lnTo>
                    <a:pt x="436513" y="28987"/>
                  </a:lnTo>
                  <a:lnTo>
                    <a:pt x="481874" y="16513"/>
                  </a:lnTo>
                  <a:lnTo>
                    <a:pt x="528541" y="7432"/>
                  </a:lnTo>
                  <a:lnTo>
                    <a:pt x="576376" y="1881"/>
                  </a:lnTo>
                  <a:lnTo>
                    <a:pt x="625240" y="0"/>
                  </a:lnTo>
                  <a:lnTo>
                    <a:pt x="674104" y="1881"/>
                  </a:lnTo>
                  <a:lnTo>
                    <a:pt x="721939" y="7432"/>
                  </a:lnTo>
                  <a:lnTo>
                    <a:pt x="768606" y="16513"/>
                  </a:lnTo>
                  <a:lnTo>
                    <a:pt x="813966" y="28987"/>
                  </a:lnTo>
                  <a:lnTo>
                    <a:pt x="857881" y="44713"/>
                  </a:lnTo>
                  <a:lnTo>
                    <a:pt x="900211" y="63553"/>
                  </a:lnTo>
                  <a:lnTo>
                    <a:pt x="940817" y="85368"/>
                  </a:lnTo>
                  <a:lnTo>
                    <a:pt x="979560" y="110019"/>
                  </a:lnTo>
                  <a:lnTo>
                    <a:pt x="1016301" y="137367"/>
                  </a:lnTo>
                  <a:lnTo>
                    <a:pt x="1050902" y="167273"/>
                  </a:lnTo>
                  <a:lnTo>
                    <a:pt x="1083224" y="199598"/>
                  </a:lnTo>
                  <a:lnTo>
                    <a:pt x="1113126" y="234203"/>
                  </a:lnTo>
                  <a:lnTo>
                    <a:pt x="1140471" y="270948"/>
                  </a:lnTo>
                  <a:lnTo>
                    <a:pt x="1165120" y="309696"/>
                  </a:lnTo>
                  <a:lnTo>
                    <a:pt x="1186932" y="350307"/>
                  </a:lnTo>
                  <a:lnTo>
                    <a:pt x="1205771" y="392642"/>
                  </a:lnTo>
                  <a:lnTo>
                    <a:pt x="1221496" y="436562"/>
                  </a:lnTo>
                  <a:lnTo>
                    <a:pt x="1233968" y="481928"/>
                  </a:lnTo>
                  <a:lnTo>
                    <a:pt x="1243049" y="528602"/>
                  </a:lnTo>
                  <a:lnTo>
                    <a:pt x="1248599" y="576443"/>
                  </a:lnTo>
                  <a:lnTo>
                    <a:pt x="1250480" y="625314"/>
                  </a:lnTo>
                  <a:lnTo>
                    <a:pt x="1248599" y="674184"/>
                  </a:lnTo>
                  <a:lnTo>
                    <a:pt x="1243049" y="722026"/>
                  </a:lnTo>
                  <a:lnTo>
                    <a:pt x="1233968" y="768699"/>
                  </a:lnTo>
                  <a:lnTo>
                    <a:pt x="1221496" y="814065"/>
                  </a:lnTo>
                  <a:lnTo>
                    <a:pt x="1205771" y="857985"/>
                  </a:lnTo>
                  <a:lnTo>
                    <a:pt x="1186932" y="900320"/>
                  </a:lnTo>
                  <a:lnTo>
                    <a:pt x="1165120" y="940931"/>
                  </a:lnTo>
                  <a:lnTo>
                    <a:pt x="1140471" y="979679"/>
                  </a:lnTo>
                  <a:lnTo>
                    <a:pt x="1113126" y="1016425"/>
                  </a:lnTo>
                  <a:lnTo>
                    <a:pt x="1083224" y="1051030"/>
                  </a:lnTo>
                  <a:lnTo>
                    <a:pt x="1050902" y="1083354"/>
                  </a:lnTo>
                  <a:lnTo>
                    <a:pt x="1016301" y="1113260"/>
                  </a:lnTo>
                  <a:lnTo>
                    <a:pt x="979560" y="1140608"/>
                  </a:lnTo>
                  <a:lnTo>
                    <a:pt x="940817" y="1165259"/>
                  </a:lnTo>
                  <a:lnTo>
                    <a:pt x="900211" y="1187074"/>
                  </a:lnTo>
                  <a:lnTo>
                    <a:pt x="857881" y="1205914"/>
                  </a:lnTo>
                  <a:lnTo>
                    <a:pt x="813966" y="1221641"/>
                  </a:lnTo>
                  <a:lnTo>
                    <a:pt x="768606" y="1234114"/>
                  </a:lnTo>
                  <a:lnTo>
                    <a:pt x="721939" y="1243196"/>
                  </a:lnTo>
                  <a:lnTo>
                    <a:pt x="674104" y="1248747"/>
                  </a:lnTo>
                  <a:lnTo>
                    <a:pt x="625240" y="1250628"/>
                  </a:lnTo>
                  <a:lnTo>
                    <a:pt x="576376" y="1248747"/>
                  </a:lnTo>
                  <a:lnTo>
                    <a:pt x="528541" y="1243196"/>
                  </a:lnTo>
                  <a:lnTo>
                    <a:pt x="481874" y="1234114"/>
                  </a:lnTo>
                  <a:lnTo>
                    <a:pt x="436513" y="1221641"/>
                  </a:lnTo>
                  <a:lnTo>
                    <a:pt x="392599" y="1205914"/>
                  </a:lnTo>
                  <a:lnTo>
                    <a:pt x="350269" y="1187074"/>
                  </a:lnTo>
                  <a:lnTo>
                    <a:pt x="309663" y="1165259"/>
                  </a:lnTo>
                  <a:lnTo>
                    <a:pt x="270920" y="1140608"/>
                  </a:lnTo>
                  <a:lnTo>
                    <a:pt x="234178" y="1113260"/>
                  </a:lnTo>
                  <a:lnTo>
                    <a:pt x="199577" y="1083354"/>
                  </a:lnTo>
                  <a:lnTo>
                    <a:pt x="167256" y="1051030"/>
                  </a:lnTo>
                  <a:lnTo>
                    <a:pt x="137354" y="1016425"/>
                  </a:lnTo>
                  <a:lnTo>
                    <a:pt x="110009" y="979679"/>
                  </a:lnTo>
                  <a:lnTo>
                    <a:pt x="85360" y="940931"/>
                  </a:lnTo>
                  <a:lnTo>
                    <a:pt x="63547" y="900320"/>
                  </a:lnTo>
                  <a:lnTo>
                    <a:pt x="44709" y="857985"/>
                  </a:lnTo>
                  <a:lnTo>
                    <a:pt x="28984" y="814065"/>
                  </a:lnTo>
                  <a:lnTo>
                    <a:pt x="16512" y="768699"/>
                  </a:lnTo>
                  <a:lnTo>
                    <a:pt x="7431" y="722026"/>
                  </a:lnTo>
                  <a:lnTo>
                    <a:pt x="1881" y="674184"/>
                  </a:lnTo>
                  <a:lnTo>
                    <a:pt x="0" y="625314"/>
                  </a:lnTo>
                </a:path>
              </a:pathLst>
            </a:custGeom>
            <a:ln w="31845">
              <a:solidFill>
                <a:srgbClr val="FF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43769" y="2313148"/>
              <a:ext cx="189497" cy="18953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490185" y="1432593"/>
              <a:ext cx="187960" cy="883919"/>
            </a:xfrm>
            <a:custGeom>
              <a:avLst/>
              <a:gdLst/>
              <a:ahLst/>
              <a:cxnLst/>
              <a:rect l="l" t="t" r="r" b="b"/>
              <a:pathLst>
                <a:path w="187960" h="883919">
                  <a:moveTo>
                    <a:pt x="149804" y="0"/>
                  </a:moveTo>
                  <a:lnTo>
                    <a:pt x="36962" y="824724"/>
                  </a:lnTo>
                  <a:lnTo>
                    <a:pt x="0" y="819691"/>
                  </a:lnTo>
                  <a:lnTo>
                    <a:pt x="48293" y="883365"/>
                  </a:lnTo>
                  <a:lnTo>
                    <a:pt x="111982" y="835030"/>
                  </a:lnTo>
                  <a:lnTo>
                    <a:pt x="75019" y="829917"/>
                  </a:lnTo>
                  <a:lnTo>
                    <a:pt x="187939" y="5192"/>
                  </a:lnTo>
                  <a:lnTo>
                    <a:pt x="1498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490185" y="1432593"/>
              <a:ext cx="187960" cy="883919"/>
            </a:xfrm>
            <a:custGeom>
              <a:avLst/>
              <a:gdLst/>
              <a:ahLst/>
              <a:cxnLst/>
              <a:rect l="l" t="t" r="r" b="b"/>
              <a:pathLst>
                <a:path w="187960" h="883919">
                  <a:moveTo>
                    <a:pt x="48293" y="883365"/>
                  </a:moveTo>
                  <a:lnTo>
                    <a:pt x="111982" y="835030"/>
                  </a:lnTo>
                  <a:lnTo>
                    <a:pt x="75019" y="829917"/>
                  </a:lnTo>
                  <a:lnTo>
                    <a:pt x="187939" y="5192"/>
                  </a:lnTo>
                  <a:lnTo>
                    <a:pt x="149804" y="0"/>
                  </a:lnTo>
                  <a:lnTo>
                    <a:pt x="36962" y="824724"/>
                  </a:lnTo>
                  <a:lnTo>
                    <a:pt x="0" y="819691"/>
                  </a:lnTo>
                  <a:lnTo>
                    <a:pt x="48293" y="88336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383554" y="1153844"/>
            <a:ext cx="1487170" cy="2482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b="1" spc="5" dirty="0">
                <a:latin typeface="Arial"/>
                <a:cs typeface="Arial"/>
              </a:rPr>
              <a:t>Unknown</a:t>
            </a:r>
            <a:r>
              <a:rPr sz="1450" b="1" spc="-60" dirty="0">
                <a:latin typeface="Arial"/>
                <a:cs typeface="Arial"/>
              </a:rPr>
              <a:t> </a:t>
            </a:r>
            <a:r>
              <a:rPr sz="1450" b="1" dirty="0">
                <a:latin typeface="Arial"/>
                <a:cs typeface="Arial"/>
              </a:rPr>
              <a:t>record</a:t>
            </a:r>
            <a:endParaRPr sz="1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7276" y="461594"/>
            <a:ext cx="70002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Definition</a:t>
            </a:r>
            <a:r>
              <a:rPr spc="-2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15" dirty="0"/>
              <a:t>Nearest</a:t>
            </a:r>
            <a:r>
              <a:rPr spc="-35" dirty="0"/>
              <a:t> </a:t>
            </a:r>
            <a:r>
              <a:rPr dirty="0"/>
              <a:t>Neighbor</a:t>
            </a:r>
          </a:p>
        </p:txBody>
      </p:sp>
      <p:sp>
        <p:nvSpPr>
          <p:cNvPr id="3" name="object 3"/>
          <p:cNvSpPr/>
          <p:nvPr/>
        </p:nvSpPr>
        <p:spPr>
          <a:xfrm>
            <a:off x="3139533" y="2969669"/>
            <a:ext cx="177800" cy="0"/>
          </a:xfrm>
          <a:custGeom>
            <a:avLst/>
            <a:gdLst/>
            <a:ahLst/>
            <a:cxnLst/>
            <a:rect l="l" t="t" r="r" b="b"/>
            <a:pathLst>
              <a:path w="177800">
                <a:moveTo>
                  <a:pt x="177631" y="0"/>
                </a:moveTo>
                <a:lnTo>
                  <a:pt x="0" y="0"/>
                </a:lnTo>
              </a:path>
            </a:pathLst>
          </a:custGeom>
          <a:ln w="41660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962938" y="2742461"/>
            <a:ext cx="751840" cy="754380"/>
            <a:chOff x="2962938" y="2742461"/>
            <a:chExt cx="751840" cy="754380"/>
          </a:xfrm>
        </p:grpSpPr>
        <p:sp>
          <p:nvSpPr>
            <p:cNvPr id="5" name="object 5"/>
            <p:cNvSpPr/>
            <p:nvPr/>
          </p:nvSpPr>
          <p:spPr>
            <a:xfrm>
              <a:off x="2983893" y="2763416"/>
              <a:ext cx="709930" cy="712470"/>
            </a:xfrm>
            <a:custGeom>
              <a:avLst/>
              <a:gdLst/>
              <a:ahLst/>
              <a:cxnLst/>
              <a:rect l="l" t="t" r="r" b="b"/>
              <a:pathLst>
                <a:path w="709929" h="712470">
                  <a:moveTo>
                    <a:pt x="0" y="356014"/>
                  </a:moveTo>
                  <a:lnTo>
                    <a:pt x="2441" y="314232"/>
                  </a:lnTo>
                  <a:lnTo>
                    <a:pt x="9795" y="273778"/>
                  </a:lnTo>
                </a:path>
                <a:path w="709929" h="712470">
                  <a:moveTo>
                    <a:pt x="37977" y="195118"/>
                  </a:moveTo>
                  <a:lnTo>
                    <a:pt x="58805" y="159568"/>
                  </a:lnTo>
                  <a:lnTo>
                    <a:pt x="83310" y="126367"/>
                  </a:lnTo>
                  <a:lnTo>
                    <a:pt x="84535" y="125141"/>
                  </a:lnTo>
                </a:path>
                <a:path w="709929" h="712470">
                  <a:moveTo>
                    <a:pt x="145833" y="68751"/>
                  </a:moveTo>
                  <a:lnTo>
                    <a:pt x="177601" y="46583"/>
                  </a:lnTo>
                  <a:lnTo>
                    <a:pt x="215599" y="28195"/>
                  </a:lnTo>
                  <a:lnTo>
                    <a:pt x="218050" y="26969"/>
                  </a:lnTo>
                </a:path>
                <a:path w="709929" h="712470">
                  <a:moveTo>
                    <a:pt x="297724" y="4903"/>
                  </a:moveTo>
                  <a:lnTo>
                    <a:pt x="335722" y="0"/>
                  </a:lnTo>
                  <a:lnTo>
                    <a:pt x="377398" y="0"/>
                  </a:lnTo>
                  <a:lnTo>
                    <a:pt x="381075" y="0"/>
                  </a:lnTo>
                </a:path>
                <a:path w="709929" h="712470">
                  <a:moveTo>
                    <a:pt x="463098" y="15936"/>
                  </a:moveTo>
                  <a:lnTo>
                    <a:pt x="497419" y="28195"/>
                  </a:lnTo>
                  <a:lnTo>
                    <a:pt x="534192" y="46583"/>
                  </a:lnTo>
                  <a:lnTo>
                    <a:pt x="539095" y="50260"/>
                  </a:lnTo>
                </a:path>
                <a:path w="709929" h="712470">
                  <a:moveTo>
                    <a:pt x="605285" y="101849"/>
                  </a:moveTo>
                  <a:lnTo>
                    <a:pt x="628472" y="126367"/>
                  </a:lnTo>
                  <a:lnTo>
                    <a:pt x="652987" y="159568"/>
                  </a:lnTo>
                  <a:lnTo>
                    <a:pt x="656665" y="166923"/>
                  </a:lnTo>
                </a:path>
                <a:path w="709929" h="712470">
                  <a:moveTo>
                    <a:pt x="693437" y="241804"/>
                  </a:moveTo>
                  <a:lnTo>
                    <a:pt x="702017" y="273778"/>
                  </a:lnTo>
                  <a:lnTo>
                    <a:pt x="709372" y="314232"/>
                  </a:lnTo>
                  <a:lnTo>
                    <a:pt x="709372" y="324039"/>
                  </a:lnTo>
                </a:path>
                <a:path w="709929" h="712470">
                  <a:moveTo>
                    <a:pt x="708146" y="407603"/>
                  </a:moveTo>
                  <a:lnTo>
                    <a:pt x="702017" y="438250"/>
                  </a:lnTo>
                  <a:lnTo>
                    <a:pt x="690986" y="478806"/>
                  </a:lnTo>
                  <a:lnTo>
                    <a:pt x="687308" y="488613"/>
                  </a:lnTo>
                </a:path>
                <a:path w="709929" h="712470">
                  <a:moveTo>
                    <a:pt x="646859" y="561246"/>
                  </a:moveTo>
                  <a:lnTo>
                    <a:pt x="628472" y="585866"/>
                  </a:lnTo>
                  <a:lnTo>
                    <a:pt x="600382" y="616513"/>
                  </a:lnTo>
                  <a:lnTo>
                    <a:pt x="591802" y="623868"/>
                  </a:lnTo>
                </a:path>
                <a:path w="709929" h="712470">
                  <a:moveTo>
                    <a:pt x="523160" y="670554"/>
                  </a:moveTo>
                  <a:lnTo>
                    <a:pt x="497419" y="684038"/>
                  </a:lnTo>
                  <a:lnTo>
                    <a:pt x="458195" y="698749"/>
                  </a:lnTo>
                  <a:lnTo>
                    <a:pt x="445938" y="701201"/>
                  </a:lnTo>
                </a:path>
                <a:path w="709929" h="712470">
                  <a:moveTo>
                    <a:pt x="363915" y="712234"/>
                  </a:moveTo>
                  <a:lnTo>
                    <a:pt x="335722" y="712234"/>
                  </a:lnTo>
                  <a:lnTo>
                    <a:pt x="294047" y="707330"/>
                  </a:lnTo>
                  <a:lnTo>
                    <a:pt x="280564" y="704878"/>
                  </a:lnTo>
                </a:path>
              </a:pathLst>
            </a:custGeom>
            <a:ln w="4165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94913" y="3244890"/>
              <a:ext cx="211925" cy="21726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983893" y="3119430"/>
              <a:ext cx="7620" cy="66675"/>
            </a:xfrm>
            <a:custGeom>
              <a:avLst/>
              <a:gdLst/>
              <a:ahLst/>
              <a:cxnLst/>
              <a:rect l="l" t="t" r="r" b="b"/>
              <a:pathLst>
                <a:path w="7619" h="66675">
                  <a:moveTo>
                    <a:pt x="7344" y="66299"/>
                  </a:moveTo>
                  <a:lnTo>
                    <a:pt x="2441" y="41679"/>
                  </a:lnTo>
                  <a:lnTo>
                    <a:pt x="0" y="0"/>
                  </a:lnTo>
                </a:path>
              </a:pathLst>
            </a:custGeom>
            <a:ln w="416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075778" y="1623596"/>
            <a:ext cx="2481580" cy="278447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50">
              <a:latin typeface="Times New Roman"/>
              <a:cs typeface="Times New Roman"/>
            </a:endParaRPr>
          </a:p>
          <a:p>
            <a:pPr marL="45085" algn="ctr">
              <a:lnSpc>
                <a:spcPct val="100000"/>
              </a:lnSpc>
            </a:pPr>
            <a:r>
              <a:rPr sz="1100" spc="15" dirty="0">
                <a:latin typeface="Arial MT"/>
                <a:cs typeface="Arial MT"/>
              </a:rPr>
              <a:t>X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46278" y="3753106"/>
            <a:ext cx="184150" cy="184785"/>
          </a:xfrm>
          <a:custGeom>
            <a:avLst/>
            <a:gdLst/>
            <a:ahLst/>
            <a:cxnLst/>
            <a:rect l="l" t="t" r="r" b="b"/>
            <a:pathLst>
              <a:path w="184150" h="184785">
                <a:moveTo>
                  <a:pt x="183760" y="92145"/>
                </a:moveTo>
                <a:lnTo>
                  <a:pt x="0" y="92145"/>
                </a:lnTo>
              </a:path>
              <a:path w="184150" h="184785">
                <a:moveTo>
                  <a:pt x="91829" y="184494"/>
                </a:moveTo>
                <a:lnTo>
                  <a:pt x="91829" y="0"/>
                </a:lnTo>
              </a:path>
            </a:pathLst>
          </a:custGeom>
          <a:ln w="41658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03024" y="4121686"/>
            <a:ext cx="184150" cy="184785"/>
          </a:xfrm>
          <a:custGeom>
            <a:avLst/>
            <a:gdLst/>
            <a:ahLst/>
            <a:cxnLst/>
            <a:rect l="l" t="t" r="r" b="b"/>
            <a:pathLst>
              <a:path w="184150" h="184785">
                <a:moveTo>
                  <a:pt x="183801" y="92145"/>
                </a:moveTo>
                <a:lnTo>
                  <a:pt x="0" y="92145"/>
                </a:lnTo>
              </a:path>
              <a:path w="184150" h="184785">
                <a:moveTo>
                  <a:pt x="91890" y="184177"/>
                </a:moveTo>
                <a:lnTo>
                  <a:pt x="91890" y="0"/>
                </a:lnTo>
              </a:path>
            </a:pathLst>
          </a:custGeom>
          <a:ln w="41658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60581" y="4121686"/>
            <a:ext cx="184150" cy="184785"/>
          </a:xfrm>
          <a:custGeom>
            <a:avLst/>
            <a:gdLst/>
            <a:ahLst/>
            <a:cxnLst/>
            <a:rect l="l" t="t" r="r" b="b"/>
            <a:pathLst>
              <a:path w="184150" h="184785">
                <a:moveTo>
                  <a:pt x="183760" y="92145"/>
                </a:moveTo>
                <a:lnTo>
                  <a:pt x="0" y="92145"/>
                </a:lnTo>
              </a:path>
              <a:path w="184150" h="184785">
                <a:moveTo>
                  <a:pt x="91931" y="184177"/>
                </a:moveTo>
                <a:lnTo>
                  <a:pt x="91931" y="0"/>
                </a:lnTo>
              </a:path>
            </a:pathLst>
          </a:custGeom>
          <a:ln w="41658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81626" y="3569020"/>
            <a:ext cx="184150" cy="184150"/>
          </a:xfrm>
          <a:custGeom>
            <a:avLst/>
            <a:gdLst/>
            <a:ahLst/>
            <a:cxnLst/>
            <a:rect l="l" t="t" r="r" b="b"/>
            <a:pathLst>
              <a:path w="184150" h="184150">
                <a:moveTo>
                  <a:pt x="183760" y="92042"/>
                </a:moveTo>
                <a:lnTo>
                  <a:pt x="0" y="92042"/>
                </a:lnTo>
              </a:path>
              <a:path w="184150" h="184150">
                <a:moveTo>
                  <a:pt x="91829" y="184085"/>
                </a:moveTo>
                <a:lnTo>
                  <a:pt x="91829" y="0"/>
                </a:lnTo>
              </a:path>
            </a:pathLst>
          </a:custGeom>
          <a:ln w="41658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592856" y="2601293"/>
            <a:ext cx="184150" cy="184785"/>
          </a:xfrm>
          <a:custGeom>
            <a:avLst/>
            <a:gdLst/>
            <a:ahLst/>
            <a:cxnLst/>
            <a:rect l="l" t="t" r="r" b="b"/>
            <a:pathLst>
              <a:path w="184150" h="184785">
                <a:moveTo>
                  <a:pt x="183760" y="92145"/>
                </a:moveTo>
                <a:lnTo>
                  <a:pt x="0" y="92145"/>
                </a:lnTo>
              </a:path>
              <a:path w="184150" h="184785">
                <a:moveTo>
                  <a:pt x="91829" y="184187"/>
                </a:moveTo>
                <a:lnTo>
                  <a:pt x="91829" y="0"/>
                </a:lnTo>
              </a:path>
            </a:pathLst>
          </a:custGeom>
          <a:ln w="41658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197049" y="1910819"/>
            <a:ext cx="176530" cy="0"/>
          </a:xfrm>
          <a:custGeom>
            <a:avLst/>
            <a:gdLst/>
            <a:ahLst/>
            <a:cxnLst/>
            <a:rect l="l" t="t" r="r" b="b"/>
            <a:pathLst>
              <a:path w="176529">
                <a:moveTo>
                  <a:pt x="176405" y="0"/>
                </a:moveTo>
                <a:lnTo>
                  <a:pt x="0" y="0"/>
                </a:lnTo>
              </a:path>
            </a:pathLst>
          </a:custGeom>
          <a:ln w="41660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002269" y="2140671"/>
            <a:ext cx="176530" cy="0"/>
          </a:xfrm>
          <a:custGeom>
            <a:avLst/>
            <a:gdLst/>
            <a:ahLst/>
            <a:cxnLst/>
            <a:rect l="l" t="t" r="r" b="b"/>
            <a:pathLst>
              <a:path w="176530">
                <a:moveTo>
                  <a:pt x="176385" y="0"/>
                </a:moveTo>
                <a:lnTo>
                  <a:pt x="0" y="0"/>
                </a:lnTo>
              </a:path>
            </a:pathLst>
          </a:custGeom>
          <a:ln w="41660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404123" y="3753106"/>
            <a:ext cx="177800" cy="0"/>
          </a:xfrm>
          <a:custGeom>
            <a:avLst/>
            <a:gdLst/>
            <a:ahLst/>
            <a:cxnLst/>
            <a:rect l="l" t="t" r="r" b="b"/>
            <a:pathLst>
              <a:path w="177800">
                <a:moveTo>
                  <a:pt x="177662" y="0"/>
                </a:moveTo>
                <a:lnTo>
                  <a:pt x="0" y="0"/>
                </a:lnTo>
              </a:path>
            </a:pathLst>
          </a:custGeom>
          <a:ln w="41660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243632" y="2740022"/>
            <a:ext cx="177800" cy="0"/>
          </a:xfrm>
          <a:custGeom>
            <a:avLst/>
            <a:gdLst/>
            <a:ahLst/>
            <a:cxnLst/>
            <a:rect l="l" t="t" r="r" b="b"/>
            <a:pathLst>
              <a:path w="177800">
                <a:moveTo>
                  <a:pt x="177652" y="0"/>
                </a:moveTo>
                <a:lnTo>
                  <a:pt x="0" y="0"/>
                </a:lnTo>
              </a:path>
            </a:pathLst>
          </a:custGeom>
          <a:ln w="41660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335522" y="2187356"/>
            <a:ext cx="177800" cy="0"/>
          </a:xfrm>
          <a:custGeom>
            <a:avLst/>
            <a:gdLst/>
            <a:ahLst/>
            <a:cxnLst/>
            <a:rect l="l" t="t" r="r" b="b"/>
            <a:pathLst>
              <a:path w="177800">
                <a:moveTo>
                  <a:pt x="177652" y="0"/>
                </a:moveTo>
                <a:lnTo>
                  <a:pt x="0" y="0"/>
                </a:lnTo>
              </a:path>
            </a:pathLst>
          </a:custGeom>
          <a:ln w="41660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266911" y="1726733"/>
            <a:ext cx="176530" cy="0"/>
          </a:xfrm>
          <a:custGeom>
            <a:avLst/>
            <a:gdLst/>
            <a:ahLst/>
            <a:cxnLst/>
            <a:rect l="l" t="t" r="r" b="b"/>
            <a:pathLst>
              <a:path w="176530">
                <a:moveTo>
                  <a:pt x="176426" y="0"/>
                </a:moveTo>
                <a:lnTo>
                  <a:pt x="0" y="0"/>
                </a:lnTo>
              </a:path>
            </a:pathLst>
          </a:custGeom>
          <a:ln w="41660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281626" y="2371442"/>
            <a:ext cx="184150" cy="184785"/>
          </a:xfrm>
          <a:custGeom>
            <a:avLst/>
            <a:gdLst/>
            <a:ahLst/>
            <a:cxnLst/>
            <a:rect l="l" t="t" r="r" b="b"/>
            <a:pathLst>
              <a:path w="184150" h="184785">
                <a:moveTo>
                  <a:pt x="183760" y="92145"/>
                </a:moveTo>
                <a:lnTo>
                  <a:pt x="0" y="92145"/>
                </a:lnTo>
              </a:path>
              <a:path w="184150" h="184785">
                <a:moveTo>
                  <a:pt x="91829" y="184187"/>
                </a:moveTo>
                <a:lnTo>
                  <a:pt x="91829" y="0"/>
                </a:lnTo>
              </a:path>
            </a:pathLst>
          </a:custGeom>
          <a:ln w="41658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690814" y="2187356"/>
            <a:ext cx="177800" cy="0"/>
          </a:xfrm>
          <a:custGeom>
            <a:avLst/>
            <a:gdLst/>
            <a:ahLst/>
            <a:cxnLst/>
            <a:rect l="l" t="t" r="r" b="b"/>
            <a:pathLst>
              <a:path w="177800">
                <a:moveTo>
                  <a:pt x="177631" y="0"/>
                </a:moveTo>
                <a:lnTo>
                  <a:pt x="0" y="0"/>
                </a:lnTo>
              </a:path>
            </a:pathLst>
          </a:custGeom>
          <a:ln w="41660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438411" y="1818776"/>
            <a:ext cx="177800" cy="0"/>
          </a:xfrm>
          <a:custGeom>
            <a:avLst/>
            <a:gdLst/>
            <a:ahLst/>
            <a:cxnLst/>
            <a:rect l="l" t="t" r="r" b="b"/>
            <a:pathLst>
              <a:path w="177800">
                <a:moveTo>
                  <a:pt x="177631" y="0"/>
                </a:moveTo>
                <a:lnTo>
                  <a:pt x="0" y="0"/>
                </a:lnTo>
              </a:path>
            </a:pathLst>
          </a:custGeom>
          <a:ln w="41660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804722" y="2959760"/>
            <a:ext cx="177800" cy="0"/>
          </a:xfrm>
          <a:custGeom>
            <a:avLst/>
            <a:gdLst/>
            <a:ahLst/>
            <a:cxnLst/>
            <a:rect l="l" t="t" r="r" b="b"/>
            <a:pathLst>
              <a:path w="177800">
                <a:moveTo>
                  <a:pt x="177733" y="0"/>
                </a:moveTo>
                <a:lnTo>
                  <a:pt x="0" y="0"/>
                </a:lnTo>
              </a:path>
            </a:pathLst>
          </a:custGeom>
          <a:ln w="41660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342819" y="2440193"/>
            <a:ext cx="1332230" cy="1335405"/>
          </a:xfrm>
          <a:custGeom>
            <a:avLst/>
            <a:gdLst/>
            <a:ahLst/>
            <a:cxnLst/>
            <a:rect l="l" t="t" r="r" b="b"/>
            <a:pathLst>
              <a:path w="1332229" h="1335404">
                <a:moveTo>
                  <a:pt x="0" y="668204"/>
                </a:moveTo>
                <a:lnTo>
                  <a:pt x="2451" y="611712"/>
                </a:lnTo>
                <a:lnTo>
                  <a:pt x="4903" y="584640"/>
                </a:lnTo>
              </a:path>
              <a:path w="1332229" h="1335404">
                <a:moveTo>
                  <a:pt x="20837" y="502404"/>
                </a:moveTo>
                <a:lnTo>
                  <a:pt x="20837" y="499953"/>
                </a:lnTo>
                <a:lnTo>
                  <a:pt x="37998" y="445912"/>
                </a:lnTo>
                <a:lnTo>
                  <a:pt x="46578" y="423846"/>
                </a:lnTo>
              </a:path>
              <a:path w="1332229" h="1335404">
                <a:moveTo>
                  <a:pt x="82125" y="347740"/>
                </a:moveTo>
                <a:lnTo>
                  <a:pt x="84576" y="342836"/>
                </a:lnTo>
                <a:lnTo>
                  <a:pt x="113994" y="293699"/>
                </a:lnTo>
                <a:lnTo>
                  <a:pt x="126252" y="276537"/>
                </a:lnTo>
              </a:path>
              <a:path w="1332229" h="1335404">
                <a:moveTo>
                  <a:pt x="178959" y="212689"/>
                </a:moveTo>
                <a:lnTo>
                  <a:pt x="185088" y="205334"/>
                </a:lnTo>
                <a:lnTo>
                  <a:pt x="225435" y="167229"/>
                </a:lnTo>
                <a:lnTo>
                  <a:pt x="240144" y="155992"/>
                </a:lnTo>
              </a:path>
              <a:path w="1332229" h="1335404">
                <a:moveTo>
                  <a:pt x="306335" y="105629"/>
                </a:moveTo>
                <a:lnTo>
                  <a:pt x="316141" y="99500"/>
                </a:lnTo>
                <a:lnTo>
                  <a:pt x="366397" y="71202"/>
                </a:lnTo>
                <a:lnTo>
                  <a:pt x="379880" y="65073"/>
                </a:lnTo>
              </a:path>
              <a:path w="1332229" h="1335404">
                <a:moveTo>
                  <a:pt x="457000" y="34426"/>
                </a:moveTo>
                <a:lnTo>
                  <a:pt x="470483" y="29523"/>
                </a:lnTo>
                <a:lnTo>
                  <a:pt x="525642" y="14812"/>
                </a:lnTo>
                <a:lnTo>
                  <a:pt x="537900" y="12360"/>
                </a:lnTo>
              </a:path>
              <a:path w="1332229" h="1335404">
                <a:moveTo>
                  <a:pt x="620025" y="1225"/>
                </a:moveTo>
                <a:lnTo>
                  <a:pt x="637185" y="0"/>
                </a:lnTo>
                <a:lnTo>
                  <a:pt x="693468" y="0"/>
                </a:lnTo>
                <a:lnTo>
                  <a:pt x="703274" y="1225"/>
                </a:lnTo>
              </a:path>
              <a:path w="1332229" h="1335404">
                <a:moveTo>
                  <a:pt x="785399" y="11135"/>
                </a:moveTo>
                <a:lnTo>
                  <a:pt x="806237" y="14812"/>
                </a:lnTo>
                <a:lnTo>
                  <a:pt x="861396" y="29523"/>
                </a:lnTo>
                <a:lnTo>
                  <a:pt x="866299" y="30749"/>
                </a:lnTo>
              </a:path>
              <a:path w="1332229" h="1335404">
                <a:moveTo>
                  <a:pt x="943419" y="61395"/>
                </a:moveTo>
                <a:lnTo>
                  <a:pt x="965482" y="71202"/>
                </a:lnTo>
                <a:lnTo>
                  <a:pt x="1014512" y="99500"/>
                </a:lnTo>
                <a:lnTo>
                  <a:pt x="1016964" y="100726"/>
                </a:lnTo>
              </a:path>
              <a:path w="1332229" h="1335404">
                <a:moveTo>
                  <a:pt x="1084584" y="149863"/>
                </a:moveTo>
                <a:lnTo>
                  <a:pt x="1106648" y="167229"/>
                </a:lnTo>
                <a:lnTo>
                  <a:pt x="1147097" y="205334"/>
                </a:lnTo>
              </a:path>
              <a:path w="1332229" h="1335404">
                <a:moveTo>
                  <a:pt x="1106648" y="167229"/>
                </a:moveTo>
                <a:lnTo>
                  <a:pt x="1147097" y="205334"/>
                </a:lnTo>
              </a:path>
              <a:path w="1332229" h="1335404">
                <a:moveTo>
                  <a:pt x="1199805" y="269181"/>
                </a:moveTo>
                <a:lnTo>
                  <a:pt x="1218089" y="293699"/>
                </a:lnTo>
                <a:lnTo>
                  <a:pt x="1245055" y="339159"/>
                </a:lnTo>
              </a:path>
              <a:path w="1332229" h="1335404">
                <a:moveTo>
                  <a:pt x="1281828" y="414039"/>
                </a:moveTo>
                <a:lnTo>
                  <a:pt x="1294085" y="445912"/>
                </a:lnTo>
                <a:lnTo>
                  <a:pt x="1308794" y="492597"/>
                </a:lnTo>
              </a:path>
              <a:path w="1332229" h="1335404">
                <a:moveTo>
                  <a:pt x="1324729" y="574833"/>
                </a:moveTo>
                <a:lnTo>
                  <a:pt x="1329632" y="611712"/>
                </a:lnTo>
                <a:lnTo>
                  <a:pt x="1332084" y="658295"/>
                </a:lnTo>
              </a:path>
              <a:path w="1332229" h="1335404">
                <a:moveTo>
                  <a:pt x="1327181" y="741859"/>
                </a:moveTo>
                <a:lnTo>
                  <a:pt x="1322278" y="781087"/>
                </a:lnTo>
                <a:lnTo>
                  <a:pt x="1313697" y="824095"/>
                </a:lnTo>
              </a:path>
              <a:path w="1332229" h="1335404">
                <a:moveTo>
                  <a:pt x="1289182" y="904083"/>
                </a:moveTo>
                <a:lnTo>
                  <a:pt x="1273248" y="943413"/>
                </a:lnTo>
                <a:lnTo>
                  <a:pt x="1254861" y="980292"/>
                </a:lnTo>
              </a:path>
              <a:path w="1332229" h="1335404">
                <a:moveTo>
                  <a:pt x="1210734" y="1051495"/>
                </a:moveTo>
                <a:lnTo>
                  <a:pt x="1183870" y="1087045"/>
                </a:lnTo>
                <a:lnTo>
                  <a:pt x="1158129" y="1116568"/>
                </a:lnTo>
              </a:path>
              <a:path w="1332229" h="1335404">
                <a:moveTo>
                  <a:pt x="1099293" y="1175410"/>
                </a:moveTo>
                <a:lnTo>
                  <a:pt x="1062316" y="1204934"/>
                </a:lnTo>
                <a:lnTo>
                  <a:pt x="1031673" y="1224548"/>
                </a:lnTo>
              </a:path>
              <a:path w="1332229" h="1335404">
                <a:moveTo>
                  <a:pt x="959353" y="1266330"/>
                </a:moveTo>
                <a:lnTo>
                  <a:pt x="914001" y="1287169"/>
                </a:lnTo>
                <a:lnTo>
                  <a:pt x="882233" y="1299428"/>
                </a:lnTo>
              </a:path>
              <a:path w="1332229" h="1335404">
                <a:moveTo>
                  <a:pt x="801334" y="1321596"/>
                </a:moveTo>
                <a:lnTo>
                  <a:pt x="749852" y="1330177"/>
                </a:lnTo>
                <a:lnTo>
                  <a:pt x="719208" y="1332629"/>
                </a:lnTo>
              </a:path>
              <a:path w="1332229" h="1335404">
                <a:moveTo>
                  <a:pt x="635960" y="1335081"/>
                </a:moveTo>
                <a:lnTo>
                  <a:pt x="580801" y="1330177"/>
                </a:lnTo>
                <a:lnTo>
                  <a:pt x="553834" y="1325274"/>
                </a:lnTo>
              </a:path>
              <a:path w="1332229" h="1335404">
                <a:moveTo>
                  <a:pt x="472935" y="1306783"/>
                </a:moveTo>
                <a:lnTo>
                  <a:pt x="470483" y="1306783"/>
                </a:lnTo>
                <a:lnTo>
                  <a:pt x="417878" y="1287169"/>
                </a:lnTo>
                <a:lnTo>
                  <a:pt x="395815" y="1277362"/>
                </a:lnTo>
              </a:path>
              <a:path w="1332229" h="1335404">
                <a:moveTo>
                  <a:pt x="321044" y="1239258"/>
                </a:moveTo>
                <a:lnTo>
                  <a:pt x="316141" y="1236806"/>
                </a:lnTo>
                <a:lnTo>
                  <a:pt x="269562" y="1204934"/>
                </a:lnTo>
                <a:lnTo>
                  <a:pt x="252402" y="1191449"/>
                </a:lnTo>
              </a:path>
              <a:path w="1332229" h="1335404">
                <a:moveTo>
                  <a:pt x="191217" y="1134956"/>
                </a:moveTo>
                <a:lnTo>
                  <a:pt x="185088" y="1130053"/>
                </a:lnTo>
                <a:lnTo>
                  <a:pt x="147090" y="1087045"/>
                </a:lnTo>
                <a:lnTo>
                  <a:pt x="136058" y="1072335"/>
                </a:lnTo>
              </a:path>
              <a:path w="1332229" h="1335404">
                <a:moveTo>
                  <a:pt x="90705" y="1002358"/>
                </a:moveTo>
                <a:lnTo>
                  <a:pt x="84576" y="993776"/>
                </a:lnTo>
                <a:lnTo>
                  <a:pt x="58836" y="943413"/>
                </a:lnTo>
                <a:lnTo>
                  <a:pt x="52707" y="928703"/>
                </a:lnTo>
              </a:path>
              <a:path w="1332229" h="1335404">
                <a:moveTo>
                  <a:pt x="24515" y="850145"/>
                </a:moveTo>
                <a:lnTo>
                  <a:pt x="20837" y="836558"/>
                </a:lnTo>
                <a:lnTo>
                  <a:pt x="8580" y="781087"/>
                </a:lnTo>
                <a:lnTo>
                  <a:pt x="7354" y="768828"/>
                </a:lnTo>
              </a:path>
              <a:path w="1332229" h="1335404">
                <a:moveTo>
                  <a:pt x="1225" y="685366"/>
                </a:moveTo>
                <a:lnTo>
                  <a:pt x="0" y="668204"/>
                </a:lnTo>
              </a:path>
            </a:pathLst>
          </a:custGeom>
          <a:ln w="4165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741078" y="1613779"/>
            <a:ext cx="2482850" cy="278447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50">
              <a:latin typeface="Times New Roman"/>
              <a:cs typeface="Times New Roman"/>
            </a:endParaRPr>
          </a:p>
          <a:p>
            <a:pPr marL="43815" algn="ctr">
              <a:lnSpc>
                <a:spcPct val="100000"/>
              </a:lnSpc>
            </a:pPr>
            <a:r>
              <a:rPr sz="1100" spc="15" dirty="0">
                <a:latin typeface="Arial MT"/>
                <a:cs typeface="Arial MT"/>
              </a:rPr>
              <a:t>X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568255" y="4111880"/>
            <a:ext cx="184150" cy="184785"/>
          </a:xfrm>
          <a:custGeom>
            <a:avLst/>
            <a:gdLst/>
            <a:ahLst/>
            <a:cxnLst/>
            <a:rect l="l" t="t" r="r" b="b"/>
            <a:pathLst>
              <a:path w="184150" h="184785">
                <a:moveTo>
                  <a:pt x="183862" y="92042"/>
                </a:moveTo>
                <a:lnTo>
                  <a:pt x="0" y="92042"/>
                </a:lnTo>
              </a:path>
              <a:path w="184150" h="184785">
                <a:moveTo>
                  <a:pt x="91931" y="184167"/>
                </a:moveTo>
                <a:lnTo>
                  <a:pt x="91931" y="0"/>
                </a:lnTo>
              </a:path>
            </a:pathLst>
          </a:custGeom>
          <a:ln w="41658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625873" y="4111880"/>
            <a:ext cx="184150" cy="184785"/>
          </a:xfrm>
          <a:custGeom>
            <a:avLst/>
            <a:gdLst/>
            <a:ahLst/>
            <a:cxnLst/>
            <a:rect l="l" t="t" r="r" b="b"/>
            <a:pathLst>
              <a:path w="184150" h="184785">
                <a:moveTo>
                  <a:pt x="183760" y="92042"/>
                </a:moveTo>
                <a:lnTo>
                  <a:pt x="0" y="92042"/>
                </a:lnTo>
              </a:path>
              <a:path w="184150" h="184785">
                <a:moveTo>
                  <a:pt x="91931" y="184167"/>
                </a:moveTo>
                <a:lnTo>
                  <a:pt x="91931" y="0"/>
                </a:lnTo>
              </a:path>
            </a:pathLst>
          </a:custGeom>
          <a:ln w="41658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948144" y="3559214"/>
            <a:ext cx="184150" cy="184150"/>
          </a:xfrm>
          <a:custGeom>
            <a:avLst/>
            <a:gdLst/>
            <a:ahLst/>
            <a:cxnLst/>
            <a:rect l="l" t="t" r="r" b="b"/>
            <a:pathLst>
              <a:path w="184150" h="184150">
                <a:moveTo>
                  <a:pt x="183760" y="92042"/>
                </a:moveTo>
                <a:lnTo>
                  <a:pt x="0" y="92042"/>
                </a:lnTo>
              </a:path>
              <a:path w="184150" h="184150">
                <a:moveTo>
                  <a:pt x="91829" y="184085"/>
                </a:moveTo>
                <a:lnTo>
                  <a:pt x="91829" y="0"/>
                </a:lnTo>
              </a:path>
            </a:pathLst>
          </a:custGeom>
          <a:ln w="41658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212795" y="2591282"/>
            <a:ext cx="229870" cy="1336675"/>
          </a:xfrm>
          <a:custGeom>
            <a:avLst/>
            <a:gdLst/>
            <a:ahLst/>
            <a:cxnLst/>
            <a:rect l="l" t="t" r="r" b="b"/>
            <a:pathLst>
              <a:path w="229870" h="1336675">
                <a:moveTo>
                  <a:pt x="183760" y="1244162"/>
                </a:moveTo>
                <a:lnTo>
                  <a:pt x="0" y="1244162"/>
                </a:lnTo>
              </a:path>
              <a:path w="229870" h="1336675">
                <a:moveTo>
                  <a:pt x="91829" y="1336204"/>
                </a:moveTo>
                <a:lnTo>
                  <a:pt x="91829" y="1152017"/>
                </a:lnTo>
              </a:path>
              <a:path w="229870" h="1336675">
                <a:moveTo>
                  <a:pt x="229317" y="92247"/>
                </a:moveTo>
                <a:lnTo>
                  <a:pt x="45250" y="92247"/>
                </a:lnTo>
              </a:path>
              <a:path w="229870" h="1336675">
                <a:moveTo>
                  <a:pt x="137181" y="184392"/>
                </a:moveTo>
                <a:lnTo>
                  <a:pt x="137181" y="0"/>
                </a:lnTo>
              </a:path>
            </a:pathLst>
          </a:custGeom>
          <a:ln w="41658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862341" y="1899786"/>
            <a:ext cx="177800" cy="0"/>
          </a:xfrm>
          <a:custGeom>
            <a:avLst/>
            <a:gdLst/>
            <a:ahLst/>
            <a:cxnLst/>
            <a:rect l="l" t="t" r="r" b="b"/>
            <a:pathLst>
              <a:path w="177800">
                <a:moveTo>
                  <a:pt x="177631" y="0"/>
                </a:moveTo>
                <a:lnTo>
                  <a:pt x="0" y="0"/>
                </a:lnTo>
              </a:path>
            </a:pathLst>
          </a:custGeom>
          <a:ln w="41660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667541" y="2130864"/>
            <a:ext cx="176530" cy="0"/>
          </a:xfrm>
          <a:custGeom>
            <a:avLst/>
            <a:gdLst/>
            <a:ahLst/>
            <a:cxnLst/>
            <a:rect l="l" t="t" r="r" b="b"/>
            <a:pathLst>
              <a:path w="176529">
                <a:moveTo>
                  <a:pt x="176405" y="0"/>
                </a:moveTo>
                <a:lnTo>
                  <a:pt x="0" y="0"/>
                </a:lnTo>
              </a:path>
            </a:pathLst>
          </a:custGeom>
          <a:ln w="41660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069375" y="3743299"/>
            <a:ext cx="178435" cy="0"/>
          </a:xfrm>
          <a:custGeom>
            <a:avLst/>
            <a:gdLst/>
            <a:ahLst/>
            <a:cxnLst/>
            <a:rect l="l" t="t" r="r" b="b"/>
            <a:pathLst>
              <a:path w="178435">
                <a:moveTo>
                  <a:pt x="177938" y="0"/>
                </a:moveTo>
                <a:lnTo>
                  <a:pt x="0" y="0"/>
                </a:lnTo>
              </a:path>
            </a:pathLst>
          </a:custGeom>
          <a:ln w="41660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908903" y="2728989"/>
            <a:ext cx="177800" cy="0"/>
          </a:xfrm>
          <a:custGeom>
            <a:avLst/>
            <a:gdLst/>
            <a:ahLst/>
            <a:cxnLst/>
            <a:rect l="l" t="t" r="r" b="b"/>
            <a:pathLst>
              <a:path w="177800">
                <a:moveTo>
                  <a:pt x="177631" y="0"/>
                </a:moveTo>
                <a:lnTo>
                  <a:pt x="0" y="0"/>
                </a:lnTo>
              </a:path>
            </a:pathLst>
          </a:custGeom>
          <a:ln w="41660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000835" y="2176323"/>
            <a:ext cx="178435" cy="0"/>
          </a:xfrm>
          <a:custGeom>
            <a:avLst/>
            <a:gdLst/>
            <a:ahLst/>
            <a:cxnLst/>
            <a:rect l="l" t="t" r="r" b="b"/>
            <a:pathLst>
              <a:path w="178435">
                <a:moveTo>
                  <a:pt x="177835" y="0"/>
                </a:moveTo>
                <a:lnTo>
                  <a:pt x="0" y="0"/>
                </a:lnTo>
              </a:path>
            </a:pathLst>
          </a:custGeom>
          <a:ln w="41660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932193" y="1715598"/>
            <a:ext cx="176530" cy="0"/>
          </a:xfrm>
          <a:custGeom>
            <a:avLst/>
            <a:gdLst/>
            <a:ahLst/>
            <a:cxnLst/>
            <a:rect l="l" t="t" r="r" b="b"/>
            <a:pathLst>
              <a:path w="176529">
                <a:moveTo>
                  <a:pt x="176405" y="0"/>
                </a:moveTo>
                <a:lnTo>
                  <a:pt x="0" y="0"/>
                </a:lnTo>
              </a:path>
            </a:pathLst>
          </a:custGeom>
          <a:ln w="41660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948144" y="2360409"/>
            <a:ext cx="184150" cy="184785"/>
          </a:xfrm>
          <a:custGeom>
            <a:avLst/>
            <a:gdLst/>
            <a:ahLst/>
            <a:cxnLst/>
            <a:rect l="l" t="t" r="r" b="b"/>
            <a:pathLst>
              <a:path w="184150" h="184785">
                <a:moveTo>
                  <a:pt x="183760" y="92145"/>
                </a:moveTo>
                <a:lnTo>
                  <a:pt x="0" y="92145"/>
                </a:lnTo>
              </a:path>
              <a:path w="184150" h="184785">
                <a:moveTo>
                  <a:pt x="91829" y="184187"/>
                </a:moveTo>
                <a:lnTo>
                  <a:pt x="91829" y="0"/>
                </a:lnTo>
              </a:path>
            </a:pathLst>
          </a:custGeom>
          <a:ln w="41658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356106" y="2176323"/>
            <a:ext cx="178435" cy="0"/>
          </a:xfrm>
          <a:custGeom>
            <a:avLst/>
            <a:gdLst/>
            <a:ahLst/>
            <a:cxnLst/>
            <a:rect l="l" t="t" r="r" b="b"/>
            <a:pathLst>
              <a:path w="178434">
                <a:moveTo>
                  <a:pt x="177938" y="0"/>
                </a:moveTo>
                <a:lnTo>
                  <a:pt x="0" y="0"/>
                </a:lnTo>
              </a:path>
            </a:pathLst>
          </a:custGeom>
          <a:ln w="41660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103703" y="1807743"/>
            <a:ext cx="177800" cy="0"/>
          </a:xfrm>
          <a:custGeom>
            <a:avLst/>
            <a:gdLst/>
            <a:ahLst/>
            <a:cxnLst/>
            <a:rect l="l" t="t" r="r" b="b"/>
            <a:pathLst>
              <a:path w="177800">
                <a:moveTo>
                  <a:pt x="177631" y="0"/>
                </a:moveTo>
                <a:lnTo>
                  <a:pt x="0" y="0"/>
                </a:lnTo>
              </a:path>
            </a:pathLst>
          </a:custGeom>
          <a:ln w="41660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470014" y="2969669"/>
            <a:ext cx="177800" cy="0"/>
          </a:xfrm>
          <a:custGeom>
            <a:avLst/>
            <a:gdLst/>
            <a:ahLst/>
            <a:cxnLst/>
            <a:rect l="l" t="t" r="r" b="b"/>
            <a:pathLst>
              <a:path w="177800">
                <a:moveTo>
                  <a:pt x="177733" y="0"/>
                </a:moveTo>
                <a:lnTo>
                  <a:pt x="0" y="0"/>
                </a:lnTo>
              </a:path>
            </a:pathLst>
          </a:custGeom>
          <a:ln w="41660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797384" y="2256107"/>
            <a:ext cx="1741805" cy="1743075"/>
          </a:xfrm>
          <a:custGeom>
            <a:avLst/>
            <a:gdLst/>
            <a:ahLst/>
            <a:cxnLst/>
            <a:rect l="l" t="t" r="r" b="b"/>
            <a:pathLst>
              <a:path w="1741804" h="1743075">
                <a:moveTo>
                  <a:pt x="0" y="871904"/>
                </a:moveTo>
                <a:lnTo>
                  <a:pt x="2451" y="806830"/>
                </a:lnTo>
                <a:lnTo>
                  <a:pt x="4903" y="788442"/>
                </a:lnTo>
              </a:path>
              <a:path w="1741804" h="1743075">
                <a:moveTo>
                  <a:pt x="17160" y="706104"/>
                </a:moveTo>
                <a:lnTo>
                  <a:pt x="22063" y="677909"/>
                </a:lnTo>
                <a:lnTo>
                  <a:pt x="36772" y="625094"/>
                </a:lnTo>
              </a:path>
              <a:path w="1741804" h="1743075">
                <a:moveTo>
                  <a:pt x="63739" y="546536"/>
                </a:moveTo>
                <a:lnTo>
                  <a:pt x="87028" y="493721"/>
                </a:lnTo>
                <a:lnTo>
                  <a:pt x="99285" y="470429"/>
                </a:lnTo>
              </a:path>
              <a:path w="1741804" h="1743075">
                <a:moveTo>
                  <a:pt x="140961" y="398001"/>
                </a:moveTo>
                <a:lnTo>
                  <a:pt x="151993" y="380838"/>
                </a:lnTo>
                <a:lnTo>
                  <a:pt x="188663" y="329045"/>
                </a:lnTo>
              </a:path>
              <a:path w="1741804" h="1743075">
                <a:moveTo>
                  <a:pt x="245047" y="266423"/>
                </a:moveTo>
                <a:lnTo>
                  <a:pt x="278143" y="233222"/>
                </a:lnTo>
                <a:lnTo>
                  <a:pt x="306335" y="209931"/>
                </a:lnTo>
              </a:path>
              <a:path w="1741804" h="1743075">
                <a:moveTo>
                  <a:pt x="371300" y="157116"/>
                </a:moveTo>
                <a:lnTo>
                  <a:pt x="379880" y="150987"/>
                </a:lnTo>
                <a:lnTo>
                  <a:pt x="434937" y="116560"/>
                </a:lnTo>
                <a:lnTo>
                  <a:pt x="442291" y="112882"/>
                </a:lnTo>
              </a:path>
              <a:path w="1741804" h="1743075">
                <a:moveTo>
                  <a:pt x="517062" y="76106"/>
                </a:moveTo>
                <a:lnTo>
                  <a:pt x="552609" y="60170"/>
                </a:lnTo>
                <a:lnTo>
                  <a:pt x="594284" y="45357"/>
                </a:lnTo>
              </a:path>
              <a:path w="1741804" h="1743075">
                <a:moveTo>
                  <a:pt x="673856" y="22065"/>
                </a:moveTo>
                <a:lnTo>
                  <a:pt x="676307" y="22065"/>
                </a:lnTo>
                <a:lnTo>
                  <a:pt x="741272" y="9807"/>
                </a:lnTo>
                <a:lnTo>
                  <a:pt x="755981" y="8581"/>
                </a:lnTo>
              </a:path>
              <a:path w="1741804" h="1743075">
                <a:moveTo>
                  <a:pt x="839332" y="1225"/>
                </a:moveTo>
                <a:lnTo>
                  <a:pt x="869874" y="0"/>
                </a:lnTo>
                <a:lnTo>
                  <a:pt x="922581" y="2451"/>
                </a:lnTo>
              </a:path>
              <a:path w="1741804" h="1743075">
                <a:moveTo>
                  <a:pt x="1005932" y="11032"/>
                </a:moveTo>
                <a:lnTo>
                  <a:pt x="1064768" y="22065"/>
                </a:lnTo>
                <a:lnTo>
                  <a:pt x="1086729" y="28195"/>
                </a:lnTo>
              </a:path>
              <a:path w="1741804" h="1743075">
                <a:moveTo>
                  <a:pt x="1166607" y="52712"/>
                </a:moveTo>
                <a:lnTo>
                  <a:pt x="1188671" y="60170"/>
                </a:lnTo>
                <a:lnTo>
                  <a:pt x="1243830" y="83461"/>
                </a:lnTo>
              </a:path>
              <a:path w="1741804" h="1743075">
                <a:moveTo>
                  <a:pt x="1317375" y="122791"/>
                </a:moveTo>
                <a:lnTo>
                  <a:pt x="1361502" y="150987"/>
                </a:lnTo>
                <a:lnTo>
                  <a:pt x="1386017" y="169375"/>
                </a:lnTo>
              </a:path>
              <a:path w="1741804" h="1743075">
                <a:moveTo>
                  <a:pt x="1450879" y="222190"/>
                </a:moveTo>
                <a:lnTo>
                  <a:pt x="1463137" y="233222"/>
                </a:lnTo>
                <a:lnTo>
                  <a:pt x="1508490" y="278682"/>
                </a:lnTo>
                <a:lnTo>
                  <a:pt x="1509715" y="281134"/>
                </a:lnTo>
              </a:path>
              <a:path w="1741804" h="1743075">
                <a:moveTo>
                  <a:pt x="1563648" y="345186"/>
                </a:moveTo>
                <a:lnTo>
                  <a:pt x="1589389" y="380838"/>
                </a:lnTo>
                <a:lnTo>
                  <a:pt x="1610227" y="413937"/>
                </a:lnTo>
              </a:path>
              <a:path w="1741804" h="1743075">
                <a:moveTo>
                  <a:pt x="1650574" y="486366"/>
                </a:moveTo>
                <a:lnTo>
                  <a:pt x="1654252" y="493721"/>
                </a:lnTo>
                <a:lnTo>
                  <a:pt x="1681218" y="553891"/>
                </a:lnTo>
                <a:lnTo>
                  <a:pt x="1683670" y="562472"/>
                </a:lnTo>
              </a:path>
              <a:path w="1741804" h="1743075">
                <a:moveTo>
                  <a:pt x="1709410" y="642359"/>
                </a:moveTo>
                <a:lnTo>
                  <a:pt x="1719216" y="677909"/>
                </a:lnTo>
                <a:lnTo>
                  <a:pt x="1727797" y="723369"/>
                </a:lnTo>
              </a:path>
              <a:path w="1741804" h="1743075">
                <a:moveTo>
                  <a:pt x="1738828" y="805604"/>
                </a:moveTo>
                <a:lnTo>
                  <a:pt x="1738828" y="806830"/>
                </a:lnTo>
                <a:lnTo>
                  <a:pt x="1741280" y="871904"/>
                </a:lnTo>
                <a:lnTo>
                  <a:pt x="1740054" y="889066"/>
                </a:lnTo>
              </a:path>
              <a:path w="1741804" h="1743075">
                <a:moveTo>
                  <a:pt x="1735151" y="972528"/>
                </a:moveTo>
                <a:lnTo>
                  <a:pt x="1731474" y="1002051"/>
                </a:lnTo>
                <a:lnTo>
                  <a:pt x="1721668" y="1055070"/>
                </a:lnTo>
              </a:path>
              <a:path w="1741804" h="1743075">
                <a:moveTo>
                  <a:pt x="1699604" y="1136080"/>
                </a:moveTo>
                <a:lnTo>
                  <a:pt x="1681218" y="1191347"/>
                </a:lnTo>
                <a:lnTo>
                  <a:pt x="1670186" y="1214638"/>
                </a:lnTo>
              </a:path>
              <a:path w="1741804" h="1743075">
                <a:moveTo>
                  <a:pt x="1634640" y="1289519"/>
                </a:moveTo>
                <a:lnTo>
                  <a:pt x="1624834" y="1308009"/>
                </a:lnTo>
                <a:lnTo>
                  <a:pt x="1590615" y="1360722"/>
                </a:lnTo>
              </a:path>
              <a:path w="1741804" h="1743075">
                <a:moveTo>
                  <a:pt x="1541585" y="1428247"/>
                </a:moveTo>
                <a:lnTo>
                  <a:pt x="1508490" y="1465126"/>
                </a:lnTo>
                <a:lnTo>
                  <a:pt x="1485200" y="1489643"/>
                </a:lnTo>
              </a:path>
              <a:path w="1741804" h="1743075">
                <a:moveTo>
                  <a:pt x="1422687" y="1544910"/>
                </a:moveTo>
                <a:lnTo>
                  <a:pt x="1412881" y="1553491"/>
                </a:lnTo>
                <a:lnTo>
                  <a:pt x="1361502" y="1592821"/>
                </a:lnTo>
                <a:lnTo>
                  <a:pt x="1356599" y="1595273"/>
                </a:lnTo>
              </a:path>
              <a:path w="1741804" h="1743075">
                <a:moveTo>
                  <a:pt x="1285505" y="1638179"/>
                </a:moveTo>
                <a:lnTo>
                  <a:pt x="1248733" y="1657895"/>
                </a:lnTo>
                <a:lnTo>
                  <a:pt x="1210734" y="1673831"/>
                </a:lnTo>
              </a:path>
              <a:path w="1741804" h="1743075">
                <a:moveTo>
                  <a:pt x="1133614" y="1703559"/>
                </a:moveTo>
                <a:lnTo>
                  <a:pt x="1127485" y="1706010"/>
                </a:lnTo>
                <a:lnTo>
                  <a:pt x="1064768" y="1723173"/>
                </a:lnTo>
                <a:lnTo>
                  <a:pt x="1052510" y="1725624"/>
                </a:lnTo>
              </a:path>
              <a:path w="1741804" h="1743075">
                <a:moveTo>
                  <a:pt x="970385" y="1737883"/>
                </a:moveTo>
                <a:lnTo>
                  <a:pt x="936064" y="1741561"/>
                </a:lnTo>
                <a:lnTo>
                  <a:pt x="887034" y="1742787"/>
                </a:lnTo>
              </a:path>
              <a:path w="1741804" h="1743075">
                <a:moveTo>
                  <a:pt x="803785" y="1741561"/>
                </a:moveTo>
                <a:lnTo>
                  <a:pt x="741272" y="1734206"/>
                </a:lnTo>
                <a:lnTo>
                  <a:pt x="721660" y="1730528"/>
                </a:lnTo>
              </a:path>
              <a:path w="1741804" h="1743075">
                <a:moveTo>
                  <a:pt x="640760" y="1713366"/>
                </a:moveTo>
                <a:lnTo>
                  <a:pt x="613896" y="1706010"/>
                </a:lnTo>
                <a:lnTo>
                  <a:pt x="561189" y="1687622"/>
                </a:lnTo>
              </a:path>
              <a:path w="1741804" h="1743075">
                <a:moveTo>
                  <a:pt x="485192" y="1654217"/>
                </a:moveTo>
                <a:lnTo>
                  <a:pt x="434937" y="1627146"/>
                </a:lnTo>
                <a:lnTo>
                  <a:pt x="412873" y="1613661"/>
                </a:lnTo>
              </a:path>
              <a:path w="1741804" h="1743075">
                <a:moveTo>
                  <a:pt x="344333" y="1565750"/>
                </a:moveTo>
                <a:lnTo>
                  <a:pt x="328398" y="1553491"/>
                </a:lnTo>
                <a:lnTo>
                  <a:pt x="279368" y="1513037"/>
                </a:lnTo>
              </a:path>
              <a:path w="1741804" h="1743075">
                <a:moveTo>
                  <a:pt x="221758" y="1452867"/>
                </a:moveTo>
                <a:lnTo>
                  <a:pt x="189889" y="1415989"/>
                </a:lnTo>
                <a:lnTo>
                  <a:pt x="169153" y="1387793"/>
                </a:lnTo>
              </a:path>
              <a:path w="1741804" h="1743075">
                <a:moveTo>
                  <a:pt x="122575" y="1317816"/>
                </a:moveTo>
                <a:lnTo>
                  <a:pt x="116446" y="1308009"/>
                </a:lnTo>
                <a:lnTo>
                  <a:pt x="87028" y="1250291"/>
                </a:lnTo>
                <a:lnTo>
                  <a:pt x="84576" y="1244162"/>
                </a:lnTo>
              </a:path>
              <a:path w="1741804" h="1743075">
                <a:moveTo>
                  <a:pt x="51481" y="1166829"/>
                </a:moveTo>
                <a:lnTo>
                  <a:pt x="39224" y="1128725"/>
                </a:lnTo>
                <a:lnTo>
                  <a:pt x="28192" y="1086943"/>
                </a:lnTo>
              </a:path>
              <a:path w="1741804" h="1743075">
                <a:moveTo>
                  <a:pt x="11031" y="1005729"/>
                </a:moveTo>
                <a:lnTo>
                  <a:pt x="9806" y="1002051"/>
                </a:lnTo>
                <a:lnTo>
                  <a:pt x="2451" y="936977"/>
                </a:lnTo>
                <a:lnTo>
                  <a:pt x="2451" y="923493"/>
                </a:lnTo>
              </a:path>
            </a:pathLst>
          </a:custGeom>
          <a:ln w="4165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7407595" y="1623596"/>
            <a:ext cx="2481580" cy="278447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50">
              <a:latin typeface="Times New Roman"/>
              <a:cs typeface="Times New Roman"/>
            </a:endParaRPr>
          </a:p>
          <a:p>
            <a:pPr marL="42545" algn="ctr">
              <a:lnSpc>
                <a:spcPct val="100000"/>
              </a:lnSpc>
            </a:pPr>
            <a:r>
              <a:rPr sz="1100" spc="15" dirty="0">
                <a:latin typeface="Arial MT"/>
                <a:cs typeface="Arial MT"/>
              </a:rPr>
              <a:t>X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8234773" y="4121686"/>
            <a:ext cx="184150" cy="184785"/>
          </a:xfrm>
          <a:custGeom>
            <a:avLst/>
            <a:gdLst/>
            <a:ahLst/>
            <a:cxnLst/>
            <a:rect l="l" t="t" r="r" b="b"/>
            <a:pathLst>
              <a:path w="184150" h="184785">
                <a:moveTo>
                  <a:pt x="183862" y="92145"/>
                </a:moveTo>
                <a:lnTo>
                  <a:pt x="0" y="92145"/>
                </a:lnTo>
              </a:path>
              <a:path w="184150" h="184785">
                <a:moveTo>
                  <a:pt x="91931" y="184177"/>
                </a:moveTo>
                <a:lnTo>
                  <a:pt x="91931" y="0"/>
                </a:lnTo>
              </a:path>
            </a:pathLst>
          </a:custGeom>
          <a:ln w="41658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9291165" y="4121686"/>
            <a:ext cx="184150" cy="184785"/>
          </a:xfrm>
          <a:custGeom>
            <a:avLst/>
            <a:gdLst/>
            <a:ahLst/>
            <a:cxnLst/>
            <a:rect l="l" t="t" r="r" b="b"/>
            <a:pathLst>
              <a:path w="184150" h="184785">
                <a:moveTo>
                  <a:pt x="183760" y="92145"/>
                </a:moveTo>
                <a:lnTo>
                  <a:pt x="0" y="92145"/>
                </a:lnTo>
              </a:path>
              <a:path w="184150" h="184785">
                <a:moveTo>
                  <a:pt x="91931" y="184177"/>
                </a:moveTo>
                <a:lnTo>
                  <a:pt x="91931" y="0"/>
                </a:lnTo>
              </a:path>
            </a:pathLst>
          </a:custGeom>
          <a:ln w="41658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9613435" y="3569020"/>
            <a:ext cx="184150" cy="184150"/>
          </a:xfrm>
          <a:custGeom>
            <a:avLst/>
            <a:gdLst/>
            <a:ahLst/>
            <a:cxnLst/>
            <a:rect l="l" t="t" r="r" b="b"/>
            <a:pathLst>
              <a:path w="184150" h="184150">
                <a:moveTo>
                  <a:pt x="183760" y="92042"/>
                </a:moveTo>
                <a:lnTo>
                  <a:pt x="0" y="92042"/>
                </a:lnTo>
              </a:path>
              <a:path w="184150" h="184150">
                <a:moveTo>
                  <a:pt x="91829" y="184085"/>
                </a:moveTo>
                <a:lnTo>
                  <a:pt x="91829" y="0"/>
                </a:lnTo>
              </a:path>
            </a:pathLst>
          </a:custGeom>
          <a:ln w="41658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9527633" y="1910819"/>
            <a:ext cx="177800" cy="0"/>
          </a:xfrm>
          <a:custGeom>
            <a:avLst/>
            <a:gdLst/>
            <a:ahLst/>
            <a:cxnLst/>
            <a:rect l="l" t="t" r="r" b="b"/>
            <a:pathLst>
              <a:path w="177800">
                <a:moveTo>
                  <a:pt x="177631" y="0"/>
                </a:moveTo>
                <a:lnTo>
                  <a:pt x="0" y="0"/>
                </a:lnTo>
              </a:path>
            </a:pathLst>
          </a:custGeom>
          <a:ln w="41660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332833" y="2140671"/>
            <a:ext cx="177800" cy="0"/>
          </a:xfrm>
          <a:custGeom>
            <a:avLst/>
            <a:gdLst/>
            <a:ahLst/>
            <a:cxnLst/>
            <a:rect l="l" t="t" r="r" b="b"/>
            <a:pathLst>
              <a:path w="177800">
                <a:moveTo>
                  <a:pt x="177631" y="0"/>
                </a:moveTo>
                <a:lnTo>
                  <a:pt x="0" y="0"/>
                </a:lnTo>
              </a:path>
            </a:pathLst>
          </a:custGeom>
          <a:ln w="41660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597485" y="1726733"/>
            <a:ext cx="178435" cy="0"/>
          </a:xfrm>
          <a:custGeom>
            <a:avLst/>
            <a:gdLst/>
            <a:ahLst/>
            <a:cxnLst/>
            <a:rect l="l" t="t" r="r" b="b"/>
            <a:pathLst>
              <a:path w="178434">
                <a:moveTo>
                  <a:pt x="177835" y="0"/>
                </a:moveTo>
                <a:lnTo>
                  <a:pt x="0" y="0"/>
                </a:lnTo>
              </a:path>
            </a:pathLst>
          </a:custGeom>
          <a:ln w="41660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9613435" y="2371442"/>
            <a:ext cx="184150" cy="184785"/>
          </a:xfrm>
          <a:custGeom>
            <a:avLst/>
            <a:gdLst/>
            <a:ahLst/>
            <a:cxnLst/>
            <a:rect l="l" t="t" r="r" b="b"/>
            <a:pathLst>
              <a:path w="184150" h="184785">
                <a:moveTo>
                  <a:pt x="183760" y="92145"/>
                </a:moveTo>
                <a:lnTo>
                  <a:pt x="0" y="92145"/>
                </a:lnTo>
              </a:path>
              <a:path w="184150" h="184785">
                <a:moveTo>
                  <a:pt x="91829" y="184187"/>
                </a:moveTo>
                <a:lnTo>
                  <a:pt x="91829" y="0"/>
                </a:lnTo>
              </a:path>
            </a:pathLst>
          </a:custGeom>
          <a:ln w="41658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9" name="object 49"/>
          <p:cNvGrpSpPr/>
          <p:nvPr/>
        </p:nvGrpSpPr>
        <p:grpSpPr>
          <a:xfrm>
            <a:off x="7574195" y="2166526"/>
            <a:ext cx="1625600" cy="1771650"/>
            <a:chOff x="7574195" y="2166526"/>
            <a:chExt cx="1625600" cy="1771650"/>
          </a:xfrm>
        </p:grpSpPr>
        <p:sp>
          <p:nvSpPr>
            <p:cNvPr id="50" name="object 50"/>
            <p:cNvSpPr/>
            <p:nvPr/>
          </p:nvSpPr>
          <p:spPr>
            <a:xfrm>
              <a:off x="8877985" y="2601293"/>
              <a:ext cx="229870" cy="1336675"/>
            </a:xfrm>
            <a:custGeom>
              <a:avLst/>
              <a:gdLst/>
              <a:ahLst/>
              <a:cxnLst/>
              <a:rect l="l" t="t" r="r" b="b"/>
              <a:pathLst>
                <a:path w="229870" h="1336675">
                  <a:moveTo>
                    <a:pt x="184066" y="1243957"/>
                  </a:moveTo>
                  <a:lnTo>
                    <a:pt x="0" y="1243957"/>
                  </a:lnTo>
                </a:path>
                <a:path w="229870" h="1336675">
                  <a:moveTo>
                    <a:pt x="92135" y="1336307"/>
                  </a:moveTo>
                  <a:lnTo>
                    <a:pt x="92135" y="1151812"/>
                  </a:lnTo>
                </a:path>
                <a:path w="229870" h="1336675">
                  <a:moveTo>
                    <a:pt x="229419" y="92145"/>
                  </a:moveTo>
                  <a:lnTo>
                    <a:pt x="45659" y="92145"/>
                  </a:lnTo>
                </a:path>
                <a:path w="229870" h="1336675">
                  <a:moveTo>
                    <a:pt x="137488" y="184187"/>
                  </a:moveTo>
                  <a:lnTo>
                    <a:pt x="137488" y="0"/>
                  </a:lnTo>
                </a:path>
              </a:pathLst>
            </a:custGeom>
            <a:ln w="41658">
              <a:solidFill>
                <a:srgbClr val="8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74195" y="2187356"/>
              <a:ext cx="1625600" cy="1565910"/>
            </a:xfrm>
            <a:custGeom>
              <a:avLst/>
              <a:gdLst/>
              <a:ahLst/>
              <a:cxnLst/>
              <a:rect l="l" t="t" r="r" b="b"/>
              <a:pathLst>
                <a:path w="1625600" h="1565910">
                  <a:moveTo>
                    <a:pt x="338409" y="1565750"/>
                  </a:moveTo>
                  <a:lnTo>
                    <a:pt x="160777" y="1565750"/>
                  </a:lnTo>
                </a:path>
                <a:path w="1625600" h="1565910">
                  <a:moveTo>
                    <a:pt x="177938" y="552665"/>
                  </a:moveTo>
                  <a:lnTo>
                    <a:pt x="0" y="552665"/>
                  </a:lnTo>
                </a:path>
                <a:path w="1625600" h="1565910">
                  <a:moveTo>
                    <a:pt x="269767" y="0"/>
                  </a:moveTo>
                  <a:lnTo>
                    <a:pt x="92135" y="0"/>
                  </a:lnTo>
                </a:path>
                <a:path w="1625600" h="1565910">
                  <a:moveTo>
                    <a:pt x="1625038" y="0"/>
                  </a:moveTo>
                  <a:lnTo>
                    <a:pt x="1447406" y="0"/>
                  </a:lnTo>
                </a:path>
              </a:pathLst>
            </a:custGeom>
            <a:ln w="41658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/>
          <p:nvPr/>
        </p:nvSpPr>
        <p:spPr>
          <a:xfrm>
            <a:off x="8768995" y="1818776"/>
            <a:ext cx="178435" cy="0"/>
          </a:xfrm>
          <a:custGeom>
            <a:avLst/>
            <a:gdLst/>
            <a:ahLst/>
            <a:cxnLst/>
            <a:rect l="l" t="t" r="r" b="b"/>
            <a:pathLst>
              <a:path w="178434">
                <a:moveTo>
                  <a:pt x="177938" y="0"/>
                </a:moveTo>
                <a:lnTo>
                  <a:pt x="0" y="0"/>
                </a:lnTo>
              </a:path>
            </a:pathLst>
          </a:custGeom>
          <a:ln w="41660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2146390" y="4689173"/>
            <a:ext cx="7617459" cy="13525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722880" algn="l"/>
                <a:tab pos="5394325" algn="l"/>
              </a:tabLst>
            </a:pPr>
            <a:r>
              <a:rPr sz="1750" spc="5" dirty="0">
                <a:latin typeface="Arial MT"/>
                <a:cs typeface="Arial MT"/>
              </a:rPr>
              <a:t>(a)</a:t>
            </a:r>
            <a:r>
              <a:rPr sz="1750" spc="10" dirty="0">
                <a:latin typeface="Arial MT"/>
                <a:cs typeface="Arial MT"/>
              </a:rPr>
              <a:t> </a:t>
            </a:r>
            <a:r>
              <a:rPr sz="1750" spc="5" dirty="0">
                <a:latin typeface="Arial MT"/>
                <a:cs typeface="Arial MT"/>
              </a:rPr>
              <a:t>1-nearest</a:t>
            </a:r>
            <a:r>
              <a:rPr sz="1750" spc="15" dirty="0">
                <a:latin typeface="Arial MT"/>
                <a:cs typeface="Arial MT"/>
              </a:rPr>
              <a:t> </a:t>
            </a:r>
            <a:r>
              <a:rPr sz="1750" spc="5" dirty="0">
                <a:latin typeface="Arial MT"/>
                <a:cs typeface="Arial MT"/>
              </a:rPr>
              <a:t>neighbor	(b)</a:t>
            </a:r>
            <a:r>
              <a:rPr sz="1750" spc="15" dirty="0">
                <a:latin typeface="Arial MT"/>
                <a:cs typeface="Arial MT"/>
              </a:rPr>
              <a:t> </a:t>
            </a:r>
            <a:r>
              <a:rPr sz="1750" spc="5" dirty="0">
                <a:latin typeface="Arial MT"/>
                <a:cs typeface="Arial MT"/>
              </a:rPr>
              <a:t>2-nearest</a:t>
            </a:r>
            <a:r>
              <a:rPr sz="1750" spc="15" dirty="0">
                <a:latin typeface="Arial MT"/>
                <a:cs typeface="Arial MT"/>
              </a:rPr>
              <a:t> </a:t>
            </a:r>
            <a:r>
              <a:rPr sz="1750" spc="5" dirty="0">
                <a:latin typeface="Arial MT"/>
                <a:cs typeface="Arial MT"/>
              </a:rPr>
              <a:t>neighbor	(c)</a:t>
            </a:r>
            <a:r>
              <a:rPr sz="1750" spc="-15" dirty="0">
                <a:latin typeface="Arial MT"/>
                <a:cs typeface="Arial MT"/>
              </a:rPr>
              <a:t> </a:t>
            </a:r>
            <a:r>
              <a:rPr sz="1750" spc="5" dirty="0">
                <a:latin typeface="Arial MT"/>
                <a:cs typeface="Arial MT"/>
              </a:rPr>
              <a:t>3-nearest</a:t>
            </a:r>
            <a:r>
              <a:rPr sz="1750" spc="-20" dirty="0">
                <a:latin typeface="Arial MT"/>
                <a:cs typeface="Arial MT"/>
              </a:rPr>
              <a:t> </a:t>
            </a:r>
            <a:r>
              <a:rPr sz="1750" spc="5" dirty="0">
                <a:latin typeface="Arial MT"/>
                <a:cs typeface="Arial MT"/>
              </a:rPr>
              <a:t>neighbor</a:t>
            </a:r>
            <a:endParaRPr sz="17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200">
              <a:latin typeface="Arial MT"/>
              <a:cs typeface="Arial MT"/>
            </a:endParaRPr>
          </a:p>
          <a:p>
            <a:pPr marL="574040" marR="417830" indent="-508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K-nearest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neighbors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record x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data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points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5" dirty="0">
                <a:latin typeface="Arial MT"/>
                <a:cs typeface="Arial MT"/>
              </a:rPr>
              <a:t> have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 </a:t>
            </a:r>
            <a:r>
              <a:rPr sz="2400" spc="-5" dirty="0">
                <a:latin typeface="Arial MT"/>
                <a:cs typeface="Arial MT"/>
              </a:rPr>
              <a:t>smallest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distance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 x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34792" y="461594"/>
            <a:ext cx="71240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Nearest</a:t>
            </a:r>
            <a:r>
              <a:rPr spc="-25" dirty="0"/>
              <a:t> </a:t>
            </a:r>
            <a:r>
              <a:rPr dirty="0"/>
              <a:t>Neighbor</a:t>
            </a:r>
            <a:r>
              <a:rPr spc="-5" dirty="0"/>
              <a:t> </a:t>
            </a:r>
            <a:r>
              <a:rPr spc="-10" dirty="0"/>
              <a:t>Classification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607565"/>
            <a:ext cx="685927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Compute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distance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between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two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points: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08150" y="2184018"/>
            <a:ext cx="19221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08810" algn="l"/>
              </a:tabLst>
            </a:pPr>
            <a:r>
              <a:rPr sz="2800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	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62221" y="3939413"/>
            <a:ext cx="659765" cy="282575"/>
          </a:xfrm>
          <a:custGeom>
            <a:avLst/>
            <a:gdLst/>
            <a:ahLst/>
            <a:cxnLst/>
            <a:rect l="l" t="t" r="r" b="b"/>
            <a:pathLst>
              <a:path w="659764" h="282575">
                <a:moveTo>
                  <a:pt x="569594" y="0"/>
                </a:moveTo>
                <a:lnTo>
                  <a:pt x="565657" y="11430"/>
                </a:lnTo>
                <a:lnTo>
                  <a:pt x="581965" y="18504"/>
                </a:lnTo>
                <a:lnTo>
                  <a:pt x="596011" y="28305"/>
                </a:lnTo>
                <a:lnTo>
                  <a:pt x="624534" y="73852"/>
                </a:lnTo>
                <a:lnTo>
                  <a:pt x="632829" y="115623"/>
                </a:lnTo>
                <a:lnTo>
                  <a:pt x="633856" y="139700"/>
                </a:lnTo>
                <a:lnTo>
                  <a:pt x="632811" y="164580"/>
                </a:lnTo>
                <a:lnTo>
                  <a:pt x="624480" y="207529"/>
                </a:lnTo>
                <a:lnTo>
                  <a:pt x="596058" y="253777"/>
                </a:lnTo>
                <a:lnTo>
                  <a:pt x="566038" y="270763"/>
                </a:lnTo>
                <a:lnTo>
                  <a:pt x="569594" y="282320"/>
                </a:lnTo>
                <a:lnTo>
                  <a:pt x="608091" y="264239"/>
                </a:lnTo>
                <a:lnTo>
                  <a:pt x="636396" y="232918"/>
                </a:lnTo>
                <a:lnTo>
                  <a:pt x="653827" y="191071"/>
                </a:lnTo>
                <a:lnTo>
                  <a:pt x="659638" y="141224"/>
                </a:lnTo>
                <a:lnTo>
                  <a:pt x="658185" y="115339"/>
                </a:lnTo>
                <a:lnTo>
                  <a:pt x="646564" y="69429"/>
                </a:lnTo>
                <a:lnTo>
                  <a:pt x="623441" y="32093"/>
                </a:lnTo>
                <a:lnTo>
                  <a:pt x="590051" y="7379"/>
                </a:lnTo>
                <a:lnTo>
                  <a:pt x="569594" y="0"/>
                </a:lnTo>
                <a:close/>
              </a:path>
              <a:path w="659764" h="282575">
                <a:moveTo>
                  <a:pt x="90042" y="0"/>
                </a:moveTo>
                <a:lnTo>
                  <a:pt x="51641" y="18081"/>
                </a:lnTo>
                <a:lnTo>
                  <a:pt x="23240" y="49403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59"/>
                </a:lnTo>
                <a:lnTo>
                  <a:pt x="13073" y="212982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0"/>
                </a:lnTo>
                <a:lnTo>
                  <a:pt x="93599" y="270763"/>
                </a:lnTo>
                <a:lnTo>
                  <a:pt x="77531" y="263663"/>
                </a:lnTo>
                <a:lnTo>
                  <a:pt x="63642" y="253777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3" y="28305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324470" y="3941445"/>
            <a:ext cx="23495" cy="277495"/>
          </a:xfrm>
          <a:custGeom>
            <a:avLst/>
            <a:gdLst/>
            <a:ahLst/>
            <a:cxnLst/>
            <a:rect l="l" t="t" r="r" b="b"/>
            <a:pathLst>
              <a:path w="23495" h="277495">
                <a:moveTo>
                  <a:pt x="22986" y="0"/>
                </a:moveTo>
                <a:lnTo>
                  <a:pt x="0" y="0"/>
                </a:lnTo>
                <a:lnTo>
                  <a:pt x="0" y="276986"/>
                </a:lnTo>
                <a:lnTo>
                  <a:pt x="22986" y="276986"/>
                </a:lnTo>
                <a:lnTo>
                  <a:pt x="229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18046" y="3941445"/>
            <a:ext cx="23495" cy="277495"/>
          </a:xfrm>
          <a:custGeom>
            <a:avLst/>
            <a:gdLst/>
            <a:ahLst/>
            <a:cxnLst/>
            <a:rect l="l" t="t" r="r" b="b"/>
            <a:pathLst>
              <a:path w="23495" h="277495">
                <a:moveTo>
                  <a:pt x="22987" y="0"/>
                </a:moveTo>
                <a:lnTo>
                  <a:pt x="0" y="0"/>
                </a:lnTo>
                <a:lnTo>
                  <a:pt x="0" y="276986"/>
                </a:lnTo>
                <a:lnTo>
                  <a:pt x="22987" y="276986"/>
                </a:lnTo>
                <a:lnTo>
                  <a:pt x="229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633336" y="3850004"/>
            <a:ext cx="6743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98780" algn="l"/>
              </a:tabLst>
            </a:pPr>
            <a:r>
              <a:rPr sz="2400" dirty="0">
                <a:latin typeface="Cambria Math"/>
                <a:cs typeface="Cambria Math"/>
              </a:rPr>
              <a:t>−	</a:t>
            </a:r>
            <a:r>
              <a:rPr sz="2400" spc="5" dirty="0">
                <a:latin typeface="Cambria Math"/>
                <a:cs typeface="Cambria Math"/>
              </a:rPr>
              <a:t>𝑞</a:t>
            </a:r>
            <a:r>
              <a:rPr sz="2625" spc="7" baseline="-15873" dirty="0">
                <a:latin typeface="Cambria Math"/>
                <a:cs typeface="Cambria Math"/>
              </a:rPr>
              <a:t>𝑖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5844" y="4608957"/>
            <a:ext cx="26409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spc="-5" dirty="0">
                <a:latin typeface="Calibri"/>
                <a:cs typeface="Calibri"/>
              </a:rPr>
              <a:t>q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norm </a:t>
            </a:r>
            <a:r>
              <a:rPr sz="2800" spc="-15" dirty="0">
                <a:latin typeface="Calibri"/>
                <a:cs typeface="Calibri"/>
              </a:rPr>
              <a:t>distance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07814" y="5321172"/>
            <a:ext cx="769620" cy="329565"/>
          </a:xfrm>
          <a:custGeom>
            <a:avLst/>
            <a:gdLst/>
            <a:ahLst/>
            <a:cxnLst/>
            <a:rect l="l" t="t" r="r" b="b"/>
            <a:pathLst>
              <a:path w="769620" h="329564">
                <a:moveTo>
                  <a:pt x="664337" y="0"/>
                </a:moveTo>
                <a:lnTo>
                  <a:pt x="659638" y="13334"/>
                </a:lnTo>
                <a:lnTo>
                  <a:pt x="678688" y="21597"/>
                </a:lnTo>
                <a:lnTo>
                  <a:pt x="695071" y="33051"/>
                </a:lnTo>
                <a:lnTo>
                  <a:pt x="719836" y="65531"/>
                </a:lnTo>
                <a:lnTo>
                  <a:pt x="734409" y="109219"/>
                </a:lnTo>
                <a:lnTo>
                  <a:pt x="739266" y="162813"/>
                </a:lnTo>
                <a:lnTo>
                  <a:pt x="738032" y="191845"/>
                </a:lnTo>
                <a:lnTo>
                  <a:pt x="728229" y="241859"/>
                </a:lnTo>
                <a:lnTo>
                  <a:pt x="708687" y="280937"/>
                </a:lnTo>
                <a:lnTo>
                  <a:pt x="678882" y="307291"/>
                </a:lnTo>
                <a:lnTo>
                  <a:pt x="660146" y="315594"/>
                </a:lnTo>
                <a:lnTo>
                  <a:pt x="664337" y="328942"/>
                </a:lnTo>
                <a:lnTo>
                  <a:pt x="709167" y="307898"/>
                </a:lnTo>
                <a:lnTo>
                  <a:pt x="742188" y="271462"/>
                </a:lnTo>
                <a:lnTo>
                  <a:pt x="762476" y="222670"/>
                </a:lnTo>
                <a:lnTo>
                  <a:pt x="769238" y="164591"/>
                </a:lnTo>
                <a:lnTo>
                  <a:pt x="767528" y="134417"/>
                </a:lnTo>
                <a:lnTo>
                  <a:pt x="753915" y="80974"/>
                </a:lnTo>
                <a:lnTo>
                  <a:pt x="727059" y="37468"/>
                </a:lnTo>
                <a:lnTo>
                  <a:pt x="688197" y="8616"/>
                </a:lnTo>
                <a:lnTo>
                  <a:pt x="664337" y="0"/>
                </a:lnTo>
                <a:close/>
              </a:path>
              <a:path w="769620" h="329564">
                <a:moveTo>
                  <a:pt x="104901" y="0"/>
                </a:moveTo>
                <a:lnTo>
                  <a:pt x="60118" y="21113"/>
                </a:lnTo>
                <a:lnTo>
                  <a:pt x="27050" y="57657"/>
                </a:lnTo>
                <a:lnTo>
                  <a:pt x="6762" y="106552"/>
                </a:lnTo>
                <a:lnTo>
                  <a:pt x="0" y="164591"/>
                </a:lnTo>
                <a:lnTo>
                  <a:pt x="1690" y="194783"/>
                </a:lnTo>
                <a:lnTo>
                  <a:pt x="15216" y="248236"/>
                </a:lnTo>
                <a:lnTo>
                  <a:pt x="42054" y="291605"/>
                </a:lnTo>
                <a:lnTo>
                  <a:pt x="80968" y="320343"/>
                </a:lnTo>
                <a:lnTo>
                  <a:pt x="104901" y="328942"/>
                </a:lnTo>
                <a:lnTo>
                  <a:pt x="108965" y="315594"/>
                </a:lnTo>
                <a:lnTo>
                  <a:pt x="90249" y="307291"/>
                </a:lnTo>
                <a:lnTo>
                  <a:pt x="74104" y="295738"/>
                </a:lnTo>
                <a:lnTo>
                  <a:pt x="49530" y="262889"/>
                </a:lnTo>
                <a:lnTo>
                  <a:pt x="34845" y="218185"/>
                </a:lnTo>
                <a:lnTo>
                  <a:pt x="29972" y="162813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4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346575" y="5220411"/>
            <a:ext cx="9182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7825" algn="l"/>
              </a:tabLst>
            </a:pPr>
            <a:r>
              <a:rPr sz="2800" spc="-5" dirty="0">
                <a:latin typeface="Cambria Math"/>
                <a:cs typeface="Cambria Math"/>
              </a:rPr>
              <a:t>𝑑	</a:t>
            </a:r>
            <a:r>
              <a:rPr sz="2800" spc="30" dirty="0">
                <a:latin typeface="Cambria Math"/>
                <a:cs typeface="Cambria Math"/>
              </a:rPr>
              <a:t>𝑝</a:t>
            </a:r>
            <a:r>
              <a:rPr sz="2800" spc="-5" dirty="0">
                <a:latin typeface="Cambria Math"/>
                <a:cs typeface="Cambria Math"/>
              </a:rPr>
              <a:t>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𝑞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705470" y="5323585"/>
            <a:ext cx="26670" cy="323215"/>
          </a:xfrm>
          <a:custGeom>
            <a:avLst/>
            <a:gdLst/>
            <a:ahLst/>
            <a:cxnLst/>
            <a:rect l="l" t="t" r="r" b="b"/>
            <a:pathLst>
              <a:path w="26670" h="323214">
                <a:moveTo>
                  <a:pt x="26670" y="0"/>
                </a:moveTo>
                <a:lnTo>
                  <a:pt x="0" y="0"/>
                </a:lnTo>
                <a:lnTo>
                  <a:pt x="0" y="322719"/>
                </a:lnTo>
                <a:lnTo>
                  <a:pt x="26670" y="322719"/>
                </a:lnTo>
                <a:lnTo>
                  <a:pt x="266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413119" y="5323585"/>
            <a:ext cx="26670" cy="323215"/>
          </a:xfrm>
          <a:custGeom>
            <a:avLst/>
            <a:gdLst/>
            <a:ahLst/>
            <a:cxnLst/>
            <a:rect l="l" t="t" r="r" b="b"/>
            <a:pathLst>
              <a:path w="26670" h="323214">
                <a:moveTo>
                  <a:pt x="26669" y="0"/>
                </a:moveTo>
                <a:lnTo>
                  <a:pt x="0" y="0"/>
                </a:lnTo>
                <a:lnTo>
                  <a:pt x="0" y="322719"/>
                </a:lnTo>
                <a:lnTo>
                  <a:pt x="26669" y="322719"/>
                </a:lnTo>
                <a:lnTo>
                  <a:pt x="266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470271" y="5220411"/>
            <a:ext cx="13303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ambria Math"/>
                <a:cs typeface="Cambria Math"/>
              </a:rPr>
              <a:t>=</a:t>
            </a:r>
            <a:r>
              <a:rPr sz="2800" spc="130" dirty="0">
                <a:latin typeface="Cambria Math"/>
                <a:cs typeface="Cambria Math"/>
              </a:rPr>
              <a:t> </a:t>
            </a:r>
            <a:r>
              <a:rPr sz="2800" spc="15" dirty="0">
                <a:latin typeface="Cambria Math"/>
                <a:cs typeface="Cambria Math"/>
              </a:rPr>
              <a:t>(</a:t>
            </a:r>
            <a:r>
              <a:rPr sz="4200" spc="22" baseline="1984" dirty="0">
                <a:latin typeface="Cambria Math"/>
                <a:cs typeface="Cambria Math"/>
              </a:rPr>
              <a:t>∑</a:t>
            </a:r>
            <a:r>
              <a:rPr sz="3075" spc="22" baseline="-18970" dirty="0">
                <a:latin typeface="Cambria Math"/>
                <a:cs typeface="Cambria Math"/>
              </a:rPr>
              <a:t>𝑖</a:t>
            </a:r>
            <a:r>
              <a:rPr sz="3075" spc="690" baseline="-18970" dirty="0">
                <a:latin typeface="Cambria Math"/>
                <a:cs typeface="Cambria Math"/>
              </a:rPr>
              <a:t> </a:t>
            </a:r>
            <a:r>
              <a:rPr sz="2800" spc="-15" dirty="0">
                <a:latin typeface="Cambria Math"/>
                <a:cs typeface="Cambria Math"/>
              </a:rPr>
              <a:t>𝑝</a:t>
            </a:r>
            <a:r>
              <a:rPr sz="3075" spc="-22" baseline="-16260" dirty="0">
                <a:latin typeface="Cambria Math"/>
                <a:cs typeface="Cambria Math"/>
              </a:rPr>
              <a:t>𝑖</a:t>
            </a:r>
            <a:endParaRPr sz="3075" baseline="-1626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04608" y="5036058"/>
            <a:ext cx="174243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459740" algn="l"/>
                <a:tab pos="871219" algn="l"/>
              </a:tabLst>
            </a:pPr>
            <a:r>
              <a:rPr sz="4200" spc="-7" baseline="-28769" dirty="0">
                <a:latin typeface="Cambria Math"/>
                <a:cs typeface="Cambria Math"/>
              </a:rPr>
              <a:t>−	𝑞</a:t>
            </a:r>
            <a:r>
              <a:rPr sz="3075" spc="-7" baseline="-55555" dirty="0">
                <a:latin typeface="Cambria Math"/>
                <a:cs typeface="Cambria Math"/>
              </a:rPr>
              <a:t>𝑖	</a:t>
            </a:r>
            <a:r>
              <a:rPr sz="3075" spc="225" baseline="-12195" dirty="0">
                <a:latin typeface="Cambria Math"/>
                <a:cs typeface="Cambria Math"/>
              </a:rPr>
              <a:t>𝑞</a:t>
            </a:r>
            <a:r>
              <a:rPr sz="4200" spc="225" baseline="-28769" dirty="0">
                <a:latin typeface="Cambria Math"/>
                <a:cs typeface="Cambria Math"/>
              </a:rPr>
              <a:t>)</a:t>
            </a:r>
            <a:r>
              <a:rPr sz="4200" spc="-150" baseline="-28769" dirty="0">
                <a:latin typeface="Cambria Math"/>
                <a:cs typeface="Cambria Math"/>
              </a:rPr>
              <a:t> </a:t>
            </a:r>
            <a:r>
              <a:rPr sz="2050" spc="50" dirty="0">
                <a:latin typeface="Cambria Math"/>
                <a:cs typeface="Cambria Math"/>
              </a:rPr>
              <a:t>1/𝑞</a:t>
            </a:r>
            <a:endParaRPr sz="2050">
              <a:latin typeface="Cambria Math"/>
              <a:cs typeface="Cambria Math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263246" y="2603444"/>
            <a:ext cx="262255" cy="564515"/>
            <a:chOff x="5263246" y="2603444"/>
            <a:chExt cx="262255" cy="564515"/>
          </a:xfrm>
        </p:grpSpPr>
        <p:sp>
          <p:nvSpPr>
            <p:cNvPr id="17" name="object 17"/>
            <p:cNvSpPr/>
            <p:nvPr/>
          </p:nvSpPr>
          <p:spPr>
            <a:xfrm>
              <a:off x="5267630" y="2949495"/>
              <a:ext cx="60325" cy="32384"/>
            </a:xfrm>
            <a:custGeom>
              <a:avLst/>
              <a:gdLst/>
              <a:ahLst/>
              <a:cxnLst/>
              <a:rect l="l" t="t" r="r" b="b"/>
              <a:pathLst>
                <a:path w="60325" h="32385">
                  <a:moveTo>
                    <a:pt x="0" y="32283"/>
                  </a:moveTo>
                  <a:lnTo>
                    <a:pt x="59838" y="0"/>
                  </a:lnTo>
                </a:path>
              </a:pathLst>
            </a:custGeom>
            <a:ln w="8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327469" y="2954294"/>
              <a:ext cx="88265" cy="205104"/>
            </a:xfrm>
            <a:custGeom>
              <a:avLst/>
              <a:gdLst/>
              <a:ahLst/>
              <a:cxnLst/>
              <a:rect l="l" t="t" r="r" b="b"/>
              <a:pathLst>
                <a:path w="88264" h="205105">
                  <a:moveTo>
                    <a:pt x="0" y="0"/>
                  </a:moveTo>
                  <a:lnTo>
                    <a:pt x="87962" y="204604"/>
                  </a:lnTo>
                </a:path>
              </a:pathLst>
            </a:custGeom>
            <a:ln w="177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419898" y="2607906"/>
              <a:ext cx="100965" cy="551180"/>
            </a:xfrm>
            <a:custGeom>
              <a:avLst/>
              <a:gdLst/>
              <a:ahLst/>
              <a:cxnLst/>
              <a:rect l="l" t="t" r="r" b="b"/>
              <a:pathLst>
                <a:path w="100964" h="551180">
                  <a:moveTo>
                    <a:pt x="0" y="550993"/>
                  </a:moveTo>
                  <a:lnTo>
                    <a:pt x="100951" y="0"/>
                  </a:lnTo>
                </a:path>
              </a:pathLst>
            </a:custGeom>
            <a:ln w="89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628220" y="2991397"/>
            <a:ext cx="6667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i="1" spc="15" dirty="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46616" y="2929012"/>
            <a:ext cx="75882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04850" algn="l"/>
              </a:tabLst>
            </a:pPr>
            <a:r>
              <a:rPr sz="1100" i="1" spc="15" dirty="0">
                <a:latin typeface="Times New Roman"/>
                <a:cs typeface="Times New Roman"/>
              </a:rPr>
              <a:t>i	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12231" y="2534776"/>
            <a:ext cx="1816735" cy="5422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912494" algn="l"/>
              </a:tabLst>
            </a:pPr>
            <a:r>
              <a:rPr sz="3825" spc="52" baseline="1089" dirty="0">
                <a:latin typeface="Symbol"/>
                <a:cs typeface="Symbol"/>
              </a:rPr>
              <a:t></a:t>
            </a:r>
            <a:r>
              <a:rPr sz="3825" spc="-412" baseline="1089" dirty="0">
                <a:latin typeface="Times New Roman"/>
                <a:cs typeface="Times New Roman"/>
              </a:rPr>
              <a:t> </a:t>
            </a:r>
            <a:r>
              <a:rPr sz="3350" spc="35" dirty="0">
                <a:latin typeface="Times New Roman"/>
                <a:cs typeface="Times New Roman"/>
              </a:rPr>
              <a:t>(</a:t>
            </a:r>
            <a:r>
              <a:rPr sz="3350" spc="-345" dirty="0">
                <a:latin typeface="Times New Roman"/>
                <a:cs typeface="Times New Roman"/>
              </a:rPr>
              <a:t> </a:t>
            </a:r>
            <a:r>
              <a:rPr sz="3350" i="1" spc="55" dirty="0">
                <a:latin typeface="Times New Roman"/>
                <a:cs typeface="Times New Roman"/>
              </a:rPr>
              <a:t>p</a:t>
            </a:r>
            <a:r>
              <a:rPr sz="3350" i="1" dirty="0">
                <a:latin typeface="Times New Roman"/>
                <a:cs typeface="Times New Roman"/>
              </a:rPr>
              <a:t>	</a:t>
            </a:r>
            <a:r>
              <a:rPr sz="3350" spc="65" dirty="0">
                <a:latin typeface="Symbol"/>
                <a:cs typeface="Symbol"/>
              </a:rPr>
              <a:t></a:t>
            </a:r>
            <a:r>
              <a:rPr sz="3350" spc="-310" dirty="0">
                <a:latin typeface="Times New Roman"/>
                <a:cs typeface="Times New Roman"/>
              </a:rPr>
              <a:t> </a:t>
            </a:r>
            <a:r>
              <a:rPr sz="3350" i="1" spc="55" dirty="0">
                <a:latin typeface="Times New Roman"/>
                <a:cs typeface="Times New Roman"/>
              </a:rPr>
              <a:t>q</a:t>
            </a:r>
            <a:r>
              <a:rPr sz="3350" i="1" spc="-80" dirty="0">
                <a:latin typeface="Times New Roman"/>
                <a:cs typeface="Times New Roman"/>
              </a:rPr>
              <a:t> </a:t>
            </a:r>
            <a:r>
              <a:rPr sz="3350" spc="185" dirty="0">
                <a:latin typeface="Times New Roman"/>
                <a:cs typeface="Times New Roman"/>
              </a:rPr>
              <a:t>)</a:t>
            </a:r>
            <a:r>
              <a:rPr sz="1650" spc="37" baseline="78282" dirty="0">
                <a:latin typeface="Times New Roman"/>
                <a:cs typeface="Times New Roman"/>
              </a:rPr>
              <a:t>2</a:t>
            </a:r>
            <a:endParaRPr sz="1650" baseline="78282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07744" y="2184018"/>
            <a:ext cx="5473700" cy="2429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7185" indent="-287020">
              <a:lnSpc>
                <a:spcPts val="3080"/>
              </a:lnSpc>
              <a:spcBef>
                <a:spcPts val="95"/>
              </a:spcBef>
              <a:buFont typeface="Arial MT"/>
              <a:buChar char="–"/>
              <a:tabLst>
                <a:tab pos="337820" algn="l"/>
              </a:tabLst>
            </a:pPr>
            <a:r>
              <a:rPr sz="2800" spc="-10" dirty="0">
                <a:latin typeface="Calibri"/>
                <a:cs typeface="Calibri"/>
              </a:rPr>
              <a:t>Euclidean</a:t>
            </a:r>
            <a:r>
              <a:rPr sz="2800" spc="-15" dirty="0">
                <a:latin typeface="Calibri"/>
                <a:cs typeface="Calibri"/>
              </a:rPr>
              <a:t> distance</a:t>
            </a:r>
            <a:endParaRPr sz="2800">
              <a:latin typeface="Calibri"/>
              <a:cs typeface="Calibri"/>
            </a:endParaRPr>
          </a:p>
          <a:p>
            <a:pPr marL="2491740">
              <a:lnSpc>
                <a:spcPts val="3740"/>
              </a:lnSpc>
            </a:pPr>
            <a:r>
              <a:rPr sz="3350" i="1" spc="55" dirty="0">
                <a:latin typeface="Times New Roman"/>
                <a:cs typeface="Times New Roman"/>
              </a:rPr>
              <a:t>d</a:t>
            </a:r>
            <a:r>
              <a:rPr sz="3350" i="1" spc="-505" dirty="0">
                <a:latin typeface="Times New Roman"/>
                <a:cs typeface="Times New Roman"/>
              </a:rPr>
              <a:t> </a:t>
            </a:r>
            <a:r>
              <a:rPr sz="3350" spc="35" dirty="0">
                <a:latin typeface="Times New Roman"/>
                <a:cs typeface="Times New Roman"/>
              </a:rPr>
              <a:t>(</a:t>
            </a:r>
            <a:r>
              <a:rPr sz="3350" spc="-350" dirty="0">
                <a:latin typeface="Times New Roman"/>
                <a:cs typeface="Times New Roman"/>
              </a:rPr>
              <a:t> </a:t>
            </a:r>
            <a:r>
              <a:rPr sz="3350" i="1" spc="70" dirty="0">
                <a:latin typeface="Times New Roman"/>
                <a:cs typeface="Times New Roman"/>
              </a:rPr>
              <a:t>p</a:t>
            </a:r>
            <a:r>
              <a:rPr sz="3350" spc="30" dirty="0">
                <a:latin typeface="Times New Roman"/>
                <a:cs typeface="Times New Roman"/>
              </a:rPr>
              <a:t>,</a:t>
            </a:r>
            <a:r>
              <a:rPr sz="3350" spc="-490" dirty="0">
                <a:latin typeface="Times New Roman"/>
                <a:cs typeface="Times New Roman"/>
              </a:rPr>
              <a:t> </a:t>
            </a:r>
            <a:r>
              <a:rPr sz="3350" i="1" spc="120" dirty="0">
                <a:latin typeface="Times New Roman"/>
                <a:cs typeface="Times New Roman"/>
              </a:rPr>
              <a:t>q</a:t>
            </a:r>
            <a:r>
              <a:rPr sz="3350" spc="35" dirty="0">
                <a:latin typeface="Times New Roman"/>
                <a:cs typeface="Times New Roman"/>
              </a:rPr>
              <a:t>)</a:t>
            </a:r>
            <a:r>
              <a:rPr sz="3350" spc="-85" dirty="0">
                <a:latin typeface="Times New Roman"/>
                <a:cs typeface="Times New Roman"/>
              </a:rPr>
              <a:t> </a:t>
            </a:r>
            <a:r>
              <a:rPr sz="3350" spc="65" dirty="0">
                <a:latin typeface="Symbol"/>
                <a:cs typeface="Symbol"/>
              </a:rPr>
              <a:t></a:t>
            </a:r>
            <a:endParaRPr sz="3350">
              <a:latin typeface="Symbol"/>
              <a:cs typeface="Symbol"/>
            </a:endParaRPr>
          </a:p>
          <a:p>
            <a:pPr marL="337185" indent="-287020">
              <a:lnSpc>
                <a:spcPct val="100000"/>
              </a:lnSpc>
              <a:spcBef>
                <a:spcPts val="1240"/>
              </a:spcBef>
              <a:buFont typeface="Arial MT"/>
              <a:buChar char="–"/>
              <a:tabLst>
                <a:tab pos="337820" algn="l"/>
              </a:tabLst>
            </a:pPr>
            <a:r>
              <a:rPr sz="2800" spc="-15" dirty="0">
                <a:latin typeface="Calibri"/>
                <a:cs typeface="Calibri"/>
              </a:rPr>
              <a:t>Manhatten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distance</a:t>
            </a:r>
            <a:endParaRPr sz="2800">
              <a:latin typeface="Calibri"/>
              <a:cs typeface="Calibri"/>
            </a:endParaRPr>
          </a:p>
          <a:p>
            <a:pPr marL="3242310">
              <a:lnSpc>
                <a:spcPct val="100000"/>
              </a:lnSpc>
              <a:spcBef>
                <a:spcPts val="1695"/>
              </a:spcBef>
              <a:tabLst>
                <a:tab pos="3554729" algn="l"/>
                <a:tab pos="4225290" algn="l"/>
                <a:tab pos="4670425" algn="l"/>
              </a:tabLst>
            </a:pPr>
            <a:r>
              <a:rPr sz="2400" dirty="0">
                <a:latin typeface="Cambria Math"/>
                <a:cs typeface="Cambria Math"/>
              </a:rPr>
              <a:t>𝑑	</a:t>
            </a:r>
            <a:r>
              <a:rPr sz="2400" spc="10" dirty="0">
                <a:latin typeface="Cambria Math"/>
                <a:cs typeface="Cambria Math"/>
              </a:rPr>
              <a:t>𝑝,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𝑞	=	</a:t>
            </a:r>
            <a:r>
              <a:rPr sz="2400" spc="1480" dirty="0">
                <a:latin typeface="Cambria Math"/>
                <a:cs typeface="Cambria Math"/>
              </a:rPr>
              <a:t>∑</a:t>
            </a:r>
            <a:r>
              <a:rPr sz="2400" spc="170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𝑝</a:t>
            </a:r>
            <a:r>
              <a:rPr sz="2625" spc="-15" baseline="-15873" dirty="0">
                <a:latin typeface="Cambria Math"/>
                <a:cs typeface="Cambria Math"/>
              </a:rPr>
              <a:t>𝑖</a:t>
            </a:r>
            <a:endParaRPr sz="2625" baseline="-15873">
              <a:latin typeface="Cambria Math"/>
              <a:cs typeface="Cambria Math"/>
            </a:endParaRPr>
          </a:p>
          <a:p>
            <a:pPr marR="559435" algn="r">
              <a:lnSpc>
                <a:spcPct val="100000"/>
              </a:lnSpc>
              <a:spcBef>
                <a:spcPts val="830"/>
              </a:spcBef>
            </a:pPr>
            <a:r>
              <a:rPr sz="1750" spc="55" dirty="0">
                <a:latin typeface="Cambria Math"/>
                <a:cs typeface="Cambria Math"/>
              </a:rPr>
              <a:t>𝑖</a:t>
            </a:r>
            <a:endParaRPr sz="175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0240" y="1506537"/>
            <a:ext cx="10667365" cy="1944122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393065" algn="l"/>
                <a:tab pos="393700" algn="l"/>
              </a:tabLst>
            </a:pPr>
            <a:r>
              <a:rPr sz="3200" spc="-10" dirty="0">
                <a:latin typeface="Calibri"/>
                <a:cs typeface="Calibri"/>
              </a:rPr>
              <a:t>Determine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5" dirty="0">
                <a:latin typeface="Calibri"/>
                <a:cs typeface="Calibri"/>
              </a:rPr>
              <a:t>class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from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nearest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neighbor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list</a:t>
            </a:r>
            <a:endParaRPr sz="3200" dirty="0">
              <a:latin typeface="Calibri"/>
              <a:cs typeface="Calibri"/>
            </a:endParaRPr>
          </a:p>
          <a:p>
            <a:pPr marL="79438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95020" algn="l"/>
              </a:tabLst>
            </a:pPr>
            <a:r>
              <a:rPr sz="2800" spc="-35" dirty="0">
                <a:latin typeface="Calibri"/>
                <a:cs typeface="Calibri"/>
              </a:rPr>
              <a:t>take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majority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vote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class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labels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among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k-nearest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neighbors</a:t>
            </a:r>
            <a:endParaRPr sz="2800" dirty="0">
              <a:latin typeface="Calibri"/>
              <a:cs typeface="Calibri"/>
            </a:endParaRPr>
          </a:p>
          <a:p>
            <a:pPr marL="2972435">
              <a:lnSpc>
                <a:spcPts val="2305"/>
              </a:lnSpc>
            </a:pPr>
            <a:endParaRPr sz="2050" dirty="0">
              <a:latin typeface="Cambria Math"/>
              <a:cs typeface="Cambria Math"/>
            </a:endParaRPr>
          </a:p>
          <a:p>
            <a:pPr marL="7943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95020" algn="l"/>
              </a:tabLst>
            </a:pPr>
            <a:r>
              <a:rPr sz="2800" spc="-30" dirty="0">
                <a:latin typeface="Calibri"/>
                <a:cs typeface="Calibri"/>
              </a:rPr>
              <a:t>Weigh</a:t>
            </a:r>
            <a:r>
              <a:rPr sz="2800" spc="-5" dirty="0">
                <a:latin typeface="Calibri"/>
                <a:cs typeface="Calibri"/>
              </a:rPr>
              <a:t> the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vote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according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distance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2873" y="461594"/>
            <a:ext cx="736663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The </a:t>
            </a:r>
            <a:r>
              <a:rPr dirty="0"/>
              <a:t>KNN</a:t>
            </a:r>
            <a:r>
              <a:rPr spc="5" dirty="0"/>
              <a:t> </a:t>
            </a:r>
            <a:r>
              <a:rPr spc="-10" dirty="0"/>
              <a:t>classification</a:t>
            </a:r>
            <a:r>
              <a:rPr spc="10" dirty="0"/>
              <a:t> </a:t>
            </a:r>
            <a:r>
              <a:rPr spc="-5" dirty="0"/>
              <a:t>algorithm</a:t>
            </a:r>
          </a:p>
        </p:txBody>
      </p:sp>
      <p:sp>
        <p:nvSpPr>
          <p:cNvPr id="3" name="object 3"/>
          <p:cNvSpPr/>
          <p:nvPr/>
        </p:nvSpPr>
        <p:spPr>
          <a:xfrm>
            <a:off x="4046473" y="5281295"/>
            <a:ext cx="822960" cy="275590"/>
          </a:xfrm>
          <a:custGeom>
            <a:avLst/>
            <a:gdLst/>
            <a:ahLst/>
            <a:cxnLst/>
            <a:rect l="l" t="t" r="r" b="b"/>
            <a:pathLst>
              <a:path w="822960" h="275589">
                <a:moveTo>
                  <a:pt x="734567" y="0"/>
                </a:moveTo>
                <a:lnTo>
                  <a:pt x="730630" y="11175"/>
                </a:lnTo>
                <a:lnTo>
                  <a:pt x="746581" y="18107"/>
                </a:lnTo>
                <a:lnTo>
                  <a:pt x="760317" y="27670"/>
                </a:lnTo>
                <a:lnTo>
                  <a:pt x="788144" y="72030"/>
                </a:lnTo>
                <a:lnTo>
                  <a:pt x="796284" y="112762"/>
                </a:lnTo>
                <a:lnTo>
                  <a:pt x="797305" y="136270"/>
                </a:lnTo>
                <a:lnTo>
                  <a:pt x="796282" y="160510"/>
                </a:lnTo>
                <a:lnTo>
                  <a:pt x="788090" y="202368"/>
                </a:lnTo>
                <a:lnTo>
                  <a:pt x="760364" y="247475"/>
                </a:lnTo>
                <a:lnTo>
                  <a:pt x="731138" y="264032"/>
                </a:lnTo>
                <a:lnTo>
                  <a:pt x="734567" y="275208"/>
                </a:lnTo>
                <a:lnTo>
                  <a:pt x="772096" y="257682"/>
                </a:lnTo>
                <a:lnTo>
                  <a:pt x="799718" y="227202"/>
                </a:lnTo>
                <a:lnTo>
                  <a:pt x="816752" y="186340"/>
                </a:lnTo>
                <a:lnTo>
                  <a:pt x="822451" y="137667"/>
                </a:lnTo>
                <a:lnTo>
                  <a:pt x="821025" y="112446"/>
                </a:lnTo>
                <a:lnTo>
                  <a:pt x="809646" y="67766"/>
                </a:lnTo>
                <a:lnTo>
                  <a:pt x="787145" y="31325"/>
                </a:lnTo>
                <a:lnTo>
                  <a:pt x="754570" y="7219"/>
                </a:lnTo>
                <a:lnTo>
                  <a:pt x="734567" y="0"/>
                </a:lnTo>
                <a:close/>
              </a:path>
              <a:path w="822960" h="275589">
                <a:moveTo>
                  <a:pt x="87756" y="0"/>
                </a:moveTo>
                <a:lnTo>
                  <a:pt x="50323" y="17652"/>
                </a:lnTo>
                <a:lnTo>
                  <a:pt x="22605" y="48259"/>
                </a:lnTo>
                <a:lnTo>
                  <a:pt x="5635" y="89153"/>
                </a:lnTo>
                <a:lnTo>
                  <a:pt x="0" y="137667"/>
                </a:lnTo>
                <a:lnTo>
                  <a:pt x="1406" y="162980"/>
                </a:lnTo>
                <a:lnTo>
                  <a:pt x="12698" y="207748"/>
                </a:lnTo>
                <a:lnTo>
                  <a:pt x="35178" y="244062"/>
                </a:lnTo>
                <a:lnTo>
                  <a:pt x="67754" y="268065"/>
                </a:lnTo>
                <a:lnTo>
                  <a:pt x="87756" y="275208"/>
                </a:lnTo>
                <a:lnTo>
                  <a:pt x="91186" y="264032"/>
                </a:lnTo>
                <a:lnTo>
                  <a:pt x="75513" y="257129"/>
                </a:lnTo>
                <a:lnTo>
                  <a:pt x="62007" y="247475"/>
                </a:lnTo>
                <a:lnTo>
                  <a:pt x="34234" y="202368"/>
                </a:lnTo>
                <a:lnTo>
                  <a:pt x="26042" y="160510"/>
                </a:lnTo>
                <a:lnTo>
                  <a:pt x="25018" y="136270"/>
                </a:lnTo>
                <a:lnTo>
                  <a:pt x="26042" y="112762"/>
                </a:lnTo>
                <a:lnTo>
                  <a:pt x="34234" y="72030"/>
                </a:lnTo>
                <a:lnTo>
                  <a:pt x="62166" y="27670"/>
                </a:lnTo>
                <a:lnTo>
                  <a:pt x="91693" y="11175"/>
                </a:lnTo>
                <a:lnTo>
                  <a:pt x="877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99440" y="1607565"/>
            <a:ext cx="10426700" cy="46983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1600" marR="26035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Calibri"/>
                <a:cs typeface="Calibri"/>
              </a:rPr>
              <a:t>Let</a:t>
            </a:r>
            <a:r>
              <a:rPr sz="3200" dirty="0">
                <a:latin typeface="Calibri"/>
                <a:cs typeface="Calibri"/>
              </a:rPr>
              <a:t> k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be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5" dirty="0">
                <a:latin typeface="Calibri"/>
                <a:cs typeface="Calibri"/>
              </a:rPr>
              <a:t>number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nearest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neighbors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</a:t>
            </a:r>
            <a:r>
              <a:rPr sz="3200" spc="-5" dirty="0">
                <a:latin typeface="Calibri"/>
                <a:cs typeface="Calibri"/>
              </a:rPr>
              <a:t> be</a:t>
            </a:r>
            <a:r>
              <a:rPr sz="3200" dirty="0">
                <a:latin typeface="Calibri"/>
                <a:cs typeface="Calibri"/>
              </a:rPr>
              <a:t> the </a:t>
            </a:r>
            <a:r>
              <a:rPr sz="3200" spc="-10" dirty="0">
                <a:latin typeface="Calibri"/>
                <a:cs typeface="Calibri"/>
              </a:rPr>
              <a:t>set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training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examples.</a:t>
            </a:r>
            <a:endParaRPr sz="3200">
              <a:latin typeface="Calibri"/>
              <a:cs typeface="Calibri"/>
            </a:endParaRPr>
          </a:p>
          <a:p>
            <a:pPr marL="616585" indent="-515620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616585" algn="l"/>
                <a:tab pos="617220" algn="l"/>
              </a:tabLst>
            </a:pPr>
            <a:r>
              <a:rPr sz="3200" b="1" spc="-20" dirty="0">
                <a:latin typeface="Calibri"/>
                <a:cs typeface="Calibri"/>
              </a:rPr>
              <a:t>for</a:t>
            </a:r>
            <a:r>
              <a:rPr sz="3200" b="1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each </a:t>
            </a:r>
            <a:r>
              <a:rPr sz="3200" spc="-25" dirty="0">
                <a:latin typeface="Calibri"/>
                <a:cs typeface="Calibri"/>
              </a:rPr>
              <a:t>test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example</a:t>
            </a:r>
            <a:r>
              <a:rPr sz="3200" dirty="0">
                <a:latin typeface="Calibri"/>
                <a:cs typeface="Calibri"/>
              </a:rPr>
              <a:t> z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=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35" dirty="0">
                <a:latin typeface="Calibri"/>
                <a:cs typeface="Calibri"/>
              </a:rPr>
              <a:t>(</a:t>
            </a:r>
            <a:r>
              <a:rPr sz="3200" b="1" spc="-35" dirty="0">
                <a:latin typeface="Calibri"/>
                <a:cs typeface="Calibri"/>
              </a:rPr>
              <a:t>x</a:t>
            </a:r>
            <a:r>
              <a:rPr sz="3200" spc="-35" dirty="0">
                <a:latin typeface="Calibri"/>
                <a:cs typeface="Calibri"/>
              </a:rPr>
              <a:t>’,y’)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do</a:t>
            </a:r>
            <a:endParaRPr sz="3200">
              <a:latin typeface="Calibri"/>
              <a:cs typeface="Calibri"/>
            </a:endParaRPr>
          </a:p>
          <a:p>
            <a:pPr marL="101600" marR="1057275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1016000" algn="l"/>
                <a:tab pos="1016635" algn="l"/>
              </a:tabLst>
            </a:pPr>
            <a:r>
              <a:rPr sz="3200" spc="-10" dirty="0">
                <a:latin typeface="Calibri"/>
                <a:cs typeface="Calibri"/>
              </a:rPr>
              <a:t>Compute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40" dirty="0">
                <a:latin typeface="Calibri"/>
                <a:cs typeface="Calibri"/>
              </a:rPr>
              <a:t>d(</a:t>
            </a:r>
            <a:r>
              <a:rPr sz="3200" b="1" spc="-40" dirty="0">
                <a:latin typeface="Calibri"/>
                <a:cs typeface="Calibri"/>
              </a:rPr>
              <a:t>x</a:t>
            </a:r>
            <a:r>
              <a:rPr sz="3200" spc="-40" dirty="0">
                <a:latin typeface="Calibri"/>
                <a:cs typeface="Calibri"/>
              </a:rPr>
              <a:t>’,</a:t>
            </a:r>
            <a:r>
              <a:rPr sz="3200" b="1" spc="-40" dirty="0">
                <a:latin typeface="Calibri"/>
                <a:cs typeface="Calibri"/>
              </a:rPr>
              <a:t>x</a:t>
            </a:r>
            <a:r>
              <a:rPr sz="3200" spc="-40" dirty="0">
                <a:latin typeface="Calibri"/>
                <a:cs typeface="Calibri"/>
              </a:rPr>
              <a:t>),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distance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between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z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every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example,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</a:t>
            </a:r>
            <a:r>
              <a:rPr sz="3200" b="1" dirty="0">
                <a:latin typeface="Calibri"/>
                <a:cs typeface="Calibri"/>
              </a:rPr>
              <a:t>x</a:t>
            </a:r>
            <a:r>
              <a:rPr sz="3200" dirty="0">
                <a:latin typeface="Calibri"/>
                <a:cs typeface="Calibri"/>
              </a:rPr>
              <a:t>,y)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ϵ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</a:t>
            </a:r>
            <a:endParaRPr sz="3200">
              <a:latin typeface="Calibri"/>
              <a:cs typeface="Calibri"/>
            </a:endParaRPr>
          </a:p>
          <a:p>
            <a:pPr marL="1076960" indent="-975994">
              <a:lnSpc>
                <a:spcPct val="100000"/>
              </a:lnSpc>
              <a:spcBef>
                <a:spcPts val="765"/>
              </a:spcBef>
              <a:buAutoNum type="arabicPeriod"/>
              <a:tabLst>
                <a:tab pos="1076960" algn="l"/>
                <a:tab pos="1077595" algn="l"/>
              </a:tabLst>
            </a:pPr>
            <a:r>
              <a:rPr sz="3200" spc="-5" dirty="0">
                <a:latin typeface="Calibri"/>
                <a:cs typeface="Calibri"/>
              </a:rPr>
              <a:t>Select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D</a:t>
            </a:r>
            <a:r>
              <a:rPr sz="3150" spc="7" baseline="-21164" dirty="0">
                <a:latin typeface="Calibri"/>
                <a:cs typeface="Calibri"/>
              </a:rPr>
              <a:t>z</a:t>
            </a:r>
            <a:r>
              <a:rPr sz="3150" spc="367" baseline="-21164" dirty="0">
                <a:latin typeface="Calibri"/>
                <a:cs typeface="Calibri"/>
              </a:rPr>
              <a:t> </a:t>
            </a:r>
            <a:r>
              <a:rPr sz="3200" dirty="0">
                <a:latin typeface="Cambria Math"/>
                <a:cs typeface="Cambria Math"/>
              </a:rPr>
              <a:t>⊆</a:t>
            </a:r>
            <a:r>
              <a:rPr sz="3200" spc="25" dirty="0">
                <a:latin typeface="Cambria Math"/>
                <a:cs typeface="Cambria Math"/>
              </a:rPr>
              <a:t> </a:t>
            </a:r>
            <a:r>
              <a:rPr sz="3200" spc="-45" dirty="0">
                <a:latin typeface="Calibri"/>
                <a:cs typeface="Calibri"/>
              </a:rPr>
              <a:t>D,</a:t>
            </a:r>
            <a:r>
              <a:rPr sz="3200" dirty="0">
                <a:latin typeface="Calibri"/>
                <a:cs typeface="Calibri"/>
              </a:rPr>
              <a:t> the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set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 </a:t>
            </a:r>
            <a:r>
              <a:rPr sz="3200" dirty="0">
                <a:latin typeface="Calibri"/>
                <a:cs typeface="Calibri"/>
              </a:rPr>
              <a:t>k </a:t>
            </a:r>
            <a:r>
              <a:rPr sz="3200" spc="-10" dirty="0">
                <a:latin typeface="Calibri"/>
                <a:cs typeface="Calibri"/>
              </a:rPr>
              <a:t>closest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training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examples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to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z.</a:t>
            </a:r>
            <a:endParaRPr sz="3200">
              <a:latin typeface="Calibri"/>
              <a:cs typeface="Calibri"/>
            </a:endParaRPr>
          </a:p>
          <a:p>
            <a:pPr marL="101600">
              <a:lnSpc>
                <a:spcPts val="3665"/>
              </a:lnSpc>
              <a:spcBef>
                <a:spcPts val="1180"/>
              </a:spcBef>
              <a:tabLst>
                <a:tab pos="1076960" algn="l"/>
                <a:tab pos="4385945" algn="l"/>
                <a:tab pos="6338570" algn="l"/>
              </a:tabLst>
            </a:pPr>
            <a:r>
              <a:rPr sz="3200" spc="-5" dirty="0">
                <a:latin typeface="Calibri"/>
                <a:cs typeface="Calibri"/>
              </a:rPr>
              <a:t>4.	</a:t>
            </a:r>
            <a:r>
              <a:rPr sz="3200" spc="45" dirty="0">
                <a:latin typeface="Calibri"/>
                <a:cs typeface="Calibri"/>
              </a:rPr>
              <a:t>y’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=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mbria Math"/>
                <a:cs typeface="Cambria Math"/>
              </a:rPr>
              <a:t>argmax</a:t>
            </a:r>
            <a:r>
              <a:rPr sz="3200" spc="-150" dirty="0">
                <a:latin typeface="Cambria Math"/>
                <a:cs typeface="Cambria Math"/>
              </a:rPr>
              <a:t> </a:t>
            </a:r>
            <a:r>
              <a:rPr sz="4800" baseline="2604" dirty="0">
                <a:latin typeface="Cambria Math"/>
                <a:cs typeface="Cambria Math"/>
              </a:rPr>
              <a:t>∑</a:t>
            </a:r>
            <a:r>
              <a:rPr sz="4800" spc="397" baseline="2604" dirty="0">
                <a:latin typeface="Cambria Math"/>
                <a:cs typeface="Cambria Math"/>
              </a:rPr>
              <a:t> </a:t>
            </a:r>
            <a:r>
              <a:rPr sz="3525" spc="142" baseline="-20094" dirty="0">
                <a:latin typeface="Cambria Math"/>
                <a:cs typeface="Cambria Math"/>
              </a:rPr>
              <a:t>𝒙</a:t>
            </a:r>
            <a:r>
              <a:rPr sz="2850" spc="142" baseline="-39473" dirty="0">
                <a:latin typeface="Cambria Math"/>
                <a:cs typeface="Cambria Math"/>
              </a:rPr>
              <a:t>𝑖</a:t>
            </a:r>
            <a:r>
              <a:rPr sz="3525" spc="142" baseline="-20094" dirty="0">
                <a:latin typeface="Cambria Math"/>
                <a:cs typeface="Cambria Math"/>
              </a:rPr>
              <a:t>,𝑦</a:t>
            </a:r>
            <a:r>
              <a:rPr sz="2850" spc="142" baseline="-39473" dirty="0">
                <a:latin typeface="Cambria Math"/>
                <a:cs typeface="Cambria Math"/>
              </a:rPr>
              <a:t>𝑖	</a:t>
            </a:r>
            <a:r>
              <a:rPr sz="4800" baseline="-14756" dirty="0">
                <a:latin typeface="Calibri"/>
                <a:cs typeface="Calibri"/>
              </a:rPr>
              <a:t>ϵ</a:t>
            </a:r>
            <a:r>
              <a:rPr sz="4800" spc="-7" baseline="-14756" dirty="0">
                <a:latin typeface="Calibri"/>
                <a:cs typeface="Calibri"/>
              </a:rPr>
              <a:t> </a:t>
            </a:r>
            <a:r>
              <a:rPr sz="3525" spc="44" baseline="-20094" dirty="0">
                <a:latin typeface="Cambria Math"/>
                <a:cs typeface="Cambria Math"/>
              </a:rPr>
              <a:t>𝐷</a:t>
            </a:r>
            <a:r>
              <a:rPr sz="2850" spc="44" baseline="-39473" dirty="0">
                <a:latin typeface="Cambria Math"/>
                <a:cs typeface="Cambria Math"/>
              </a:rPr>
              <a:t>𝑧</a:t>
            </a:r>
            <a:r>
              <a:rPr sz="2850" spc="292" baseline="-39473" dirty="0">
                <a:latin typeface="Cambria Math"/>
                <a:cs typeface="Cambria Math"/>
              </a:rPr>
              <a:t> </a:t>
            </a:r>
            <a:r>
              <a:rPr sz="3200" spc="55" dirty="0">
                <a:latin typeface="Cambria Math"/>
                <a:cs typeface="Cambria Math"/>
              </a:rPr>
              <a:t>𝐼(</a:t>
            </a:r>
            <a:r>
              <a:rPr sz="3200" spc="5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𝑣</a:t>
            </a:r>
            <a:r>
              <a:rPr sz="3200" spc="254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=	</a:t>
            </a:r>
            <a:r>
              <a:rPr sz="3200" spc="-15" dirty="0">
                <a:latin typeface="Cambria Math"/>
                <a:cs typeface="Cambria Math"/>
              </a:rPr>
              <a:t>𝑦</a:t>
            </a:r>
            <a:r>
              <a:rPr sz="3525" spc="-22" baseline="-15366" dirty="0">
                <a:latin typeface="Cambria Math"/>
                <a:cs typeface="Cambria Math"/>
              </a:rPr>
              <a:t>𝑖</a:t>
            </a:r>
            <a:r>
              <a:rPr sz="3525" spc="532" baseline="-15366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)</a:t>
            </a:r>
            <a:endParaRPr sz="3200">
              <a:latin typeface="Cambria Math"/>
              <a:cs typeface="Cambria Math"/>
            </a:endParaRPr>
          </a:p>
          <a:p>
            <a:pPr marL="2325370">
              <a:lnSpc>
                <a:spcPts val="2645"/>
              </a:lnSpc>
            </a:pPr>
            <a:r>
              <a:rPr sz="2350" spc="45" dirty="0">
                <a:latin typeface="Cambria Math"/>
                <a:cs typeface="Cambria Math"/>
              </a:rPr>
              <a:t>𝑣</a:t>
            </a:r>
            <a:endParaRPr sz="2350">
              <a:latin typeface="Cambria Math"/>
              <a:cs typeface="Cambria Math"/>
            </a:endParaRPr>
          </a:p>
          <a:p>
            <a:pPr marL="101600">
              <a:lnSpc>
                <a:spcPct val="100000"/>
              </a:lnSpc>
              <a:spcBef>
                <a:spcPts val="110"/>
              </a:spcBef>
              <a:tabLst>
                <a:tab pos="616585" algn="l"/>
              </a:tabLst>
            </a:pPr>
            <a:r>
              <a:rPr sz="3200" b="1" spc="-5" dirty="0">
                <a:latin typeface="Calibri"/>
                <a:cs typeface="Calibri"/>
              </a:rPr>
              <a:t>5.	end</a:t>
            </a:r>
            <a:r>
              <a:rPr sz="3200" b="1" spc="-50" dirty="0">
                <a:latin typeface="Calibri"/>
                <a:cs typeface="Calibri"/>
              </a:rPr>
              <a:t> </a:t>
            </a:r>
            <a:r>
              <a:rPr sz="3200" b="1" spc="-20" dirty="0">
                <a:latin typeface="Calibri"/>
                <a:cs typeface="Calibri"/>
              </a:rPr>
              <a:t>for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5402" y="223751"/>
            <a:ext cx="9601196" cy="130386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Nearest</a:t>
            </a:r>
            <a:r>
              <a:rPr spc="-25" dirty="0"/>
              <a:t> </a:t>
            </a:r>
            <a:r>
              <a:rPr dirty="0"/>
              <a:t>Neighbor</a:t>
            </a:r>
            <a:r>
              <a:rPr spc="10" dirty="0"/>
              <a:t> </a:t>
            </a:r>
            <a:r>
              <a:rPr spc="-10" dirty="0"/>
              <a:t>Classification…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502074"/>
            <a:ext cx="9203690" cy="1503045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3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Choosing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10" dirty="0">
                <a:latin typeface="Calibri"/>
                <a:cs typeface="Calibri"/>
              </a:rPr>
              <a:t> value </a:t>
            </a:r>
            <a:r>
              <a:rPr sz="3200" spc="-5" dirty="0">
                <a:latin typeface="Calibri"/>
                <a:cs typeface="Calibri"/>
              </a:rPr>
              <a:t>of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k:</a:t>
            </a:r>
            <a:endParaRPr sz="3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2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small,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sensitive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noise </a:t>
            </a:r>
            <a:r>
              <a:rPr sz="2400" spc="-10" dirty="0">
                <a:latin typeface="Calibri"/>
                <a:cs typeface="Calibri"/>
              </a:rPr>
              <a:t>points</a:t>
            </a:r>
            <a:endParaRPr sz="24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 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too </a:t>
            </a:r>
            <a:r>
              <a:rPr sz="2400" spc="-15" dirty="0">
                <a:latin typeface="Calibri"/>
                <a:cs typeface="Calibri"/>
              </a:rPr>
              <a:t>large,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neighborhood </a:t>
            </a:r>
            <a:r>
              <a:rPr sz="2400" spc="-15" dirty="0">
                <a:latin typeface="Calibri"/>
                <a:cs typeface="Calibri"/>
              </a:rPr>
              <a:t>may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include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points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from</a:t>
            </a:r>
            <a:r>
              <a:rPr sz="2400" spc="-5" dirty="0">
                <a:latin typeface="Calibri"/>
                <a:cs typeface="Calibri"/>
              </a:rPr>
              <a:t> other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classes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35715" y="3368721"/>
            <a:ext cx="2530475" cy="2607310"/>
          </a:xfrm>
          <a:custGeom>
            <a:avLst/>
            <a:gdLst/>
            <a:ahLst/>
            <a:cxnLst/>
            <a:rect l="l" t="t" r="r" b="b"/>
            <a:pathLst>
              <a:path w="2530475" h="2607310">
                <a:moveTo>
                  <a:pt x="0" y="1303363"/>
                </a:moveTo>
                <a:lnTo>
                  <a:pt x="872" y="1254501"/>
                </a:lnTo>
                <a:lnTo>
                  <a:pt x="3469" y="1206092"/>
                </a:lnTo>
                <a:lnTo>
                  <a:pt x="7760" y="1158169"/>
                </a:lnTo>
                <a:lnTo>
                  <a:pt x="13714" y="1110763"/>
                </a:lnTo>
                <a:lnTo>
                  <a:pt x="21302" y="1063905"/>
                </a:lnTo>
                <a:lnTo>
                  <a:pt x="30491" y="1017627"/>
                </a:lnTo>
                <a:lnTo>
                  <a:pt x="41252" y="971960"/>
                </a:lnTo>
                <a:lnTo>
                  <a:pt x="53555" y="926936"/>
                </a:lnTo>
                <a:lnTo>
                  <a:pt x="67368" y="882586"/>
                </a:lnTo>
                <a:lnTo>
                  <a:pt x="82661" y="838943"/>
                </a:lnTo>
                <a:lnTo>
                  <a:pt x="99403" y="796037"/>
                </a:lnTo>
                <a:lnTo>
                  <a:pt x="117564" y="753900"/>
                </a:lnTo>
                <a:lnTo>
                  <a:pt x="137113" y="712563"/>
                </a:lnTo>
                <a:lnTo>
                  <a:pt x="158021" y="672058"/>
                </a:lnTo>
                <a:lnTo>
                  <a:pt x="180255" y="632416"/>
                </a:lnTo>
                <a:lnTo>
                  <a:pt x="203786" y="593670"/>
                </a:lnTo>
                <a:lnTo>
                  <a:pt x="228583" y="555849"/>
                </a:lnTo>
                <a:lnTo>
                  <a:pt x="254615" y="518987"/>
                </a:lnTo>
                <a:lnTo>
                  <a:pt x="281852" y="483114"/>
                </a:lnTo>
                <a:lnTo>
                  <a:pt x="310263" y="448262"/>
                </a:lnTo>
                <a:lnTo>
                  <a:pt x="339818" y="414463"/>
                </a:lnTo>
                <a:lnTo>
                  <a:pt x="370486" y="381747"/>
                </a:lnTo>
                <a:lnTo>
                  <a:pt x="402237" y="350147"/>
                </a:lnTo>
                <a:lnTo>
                  <a:pt x="435040" y="319694"/>
                </a:lnTo>
                <a:lnTo>
                  <a:pt x="468864" y="290419"/>
                </a:lnTo>
                <a:lnTo>
                  <a:pt x="503679" y="262354"/>
                </a:lnTo>
                <a:lnTo>
                  <a:pt x="539455" y="235531"/>
                </a:lnTo>
                <a:lnTo>
                  <a:pt x="576160" y="209980"/>
                </a:lnTo>
                <a:lnTo>
                  <a:pt x="613764" y="185734"/>
                </a:lnTo>
                <a:lnTo>
                  <a:pt x="652236" y="162824"/>
                </a:lnTo>
                <a:lnTo>
                  <a:pt x="691547" y="141282"/>
                </a:lnTo>
                <a:lnTo>
                  <a:pt x="731665" y="121138"/>
                </a:lnTo>
                <a:lnTo>
                  <a:pt x="772560" y="102425"/>
                </a:lnTo>
                <a:lnTo>
                  <a:pt x="814202" y="85174"/>
                </a:lnTo>
                <a:lnTo>
                  <a:pt x="856559" y="69416"/>
                </a:lnTo>
                <a:lnTo>
                  <a:pt x="899601" y="55183"/>
                </a:lnTo>
                <a:lnTo>
                  <a:pt x="943298" y="42507"/>
                </a:lnTo>
                <a:lnTo>
                  <a:pt x="987618" y="31418"/>
                </a:lnTo>
                <a:lnTo>
                  <a:pt x="1032533" y="21949"/>
                </a:lnTo>
                <a:lnTo>
                  <a:pt x="1078010" y="14131"/>
                </a:lnTo>
                <a:lnTo>
                  <a:pt x="1124019" y="7996"/>
                </a:lnTo>
                <a:lnTo>
                  <a:pt x="1170530" y="3574"/>
                </a:lnTo>
                <a:lnTo>
                  <a:pt x="1217512" y="898"/>
                </a:lnTo>
                <a:lnTo>
                  <a:pt x="1264935" y="0"/>
                </a:lnTo>
                <a:lnTo>
                  <a:pt x="1312358" y="898"/>
                </a:lnTo>
                <a:lnTo>
                  <a:pt x="1359340" y="3574"/>
                </a:lnTo>
                <a:lnTo>
                  <a:pt x="1405851" y="7996"/>
                </a:lnTo>
                <a:lnTo>
                  <a:pt x="1451861" y="14131"/>
                </a:lnTo>
                <a:lnTo>
                  <a:pt x="1497338" y="21949"/>
                </a:lnTo>
                <a:lnTo>
                  <a:pt x="1542253" y="31418"/>
                </a:lnTo>
                <a:lnTo>
                  <a:pt x="1586574" y="42507"/>
                </a:lnTo>
                <a:lnTo>
                  <a:pt x="1630271" y="55183"/>
                </a:lnTo>
                <a:lnTo>
                  <a:pt x="1673313" y="69416"/>
                </a:lnTo>
                <a:lnTo>
                  <a:pt x="1715671" y="85174"/>
                </a:lnTo>
                <a:lnTo>
                  <a:pt x="1757313" y="102425"/>
                </a:lnTo>
                <a:lnTo>
                  <a:pt x="1798208" y="121138"/>
                </a:lnTo>
                <a:lnTo>
                  <a:pt x="1838327" y="141282"/>
                </a:lnTo>
                <a:lnTo>
                  <a:pt x="1877639" y="162824"/>
                </a:lnTo>
                <a:lnTo>
                  <a:pt x="1916112" y="185734"/>
                </a:lnTo>
                <a:lnTo>
                  <a:pt x="1953717" y="209980"/>
                </a:lnTo>
                <a:lnTo>
                  <a:pt x="1990423" y="235531"/>
                </a:lnTo>
                <a:lnTo>
                  <a:pt x="2026199" y="262354"/>
                </a:lnTo>
                <a:lnTo>
                  <a:pt x="2061014" y="290419"/>
                </a:lnTo>
                <a:lnTo>
                  <a:pt x="2094839" y="319694"/>
                </a:lnTo>
                <a:lnTo>
                  <a:pt x="2127643" y="350147"/>
                </a:lnTo>
                <a:lnTo>
                  <a:pt x="2159394" y="381747"/>
                </a:lnTo>
                <a:lnTo>
                  <a:pt x="2190063" y="414463"/>
                </a:lnTo>
                <a:lnTo>
                  <a:pt x="2219619" y="448262"/>
                </a:lnTo>
                <a:lnTo>
                  <a:pt x="2248031" y="483114"/>
                </a:lnTo>
                <a:lnTo>
                  <a:pt x="2275269" y="518987"/>
                </a:lnTo>
                <a:lnTo>
                  <a:pt x="2301302" y="555849"/>
                </a:lnTo>
                <a:lnTo>
                  <a:pt x="2326099" y="593670"/>
                </a:lnTo>
                <a:lnTo>
                  <a:pt x="2349631" y="632416"/>
                </a:lnTo>
                <a:lnTo>
                  <a:pt x="2371866" y="672058"/>
                </a:lnTo>
                <a:lnTo>
                  <a:pt x="2392773" y="712563"/>
                </a:lnTo>
                <a:lnTo>
                  <a:pt x="2412323" y="753900"/>
                </a:lnTo>
                <a:lnTo>
                  <a:pt x="2430485" y="796037"/>
                </a:lnTo>
                <a:lnTo>
                  <a:pt x="2447228" y="838943"/>
                </a:lnTo>
                <a:lnTo>
                  <a:pt x="2462521" y="882586"/>
                </a:lnTo>
                <a:lnTo>
                  <a:pt x="2476335" y="926936"/>
                </a:lnTo>
                <a:lnTo>
                  <a:pt x="2488638" y="971960"/>
                </a:lnTo>
                <a:lnTo>
                  <a:pt x="2499399" y="1017627"/>
                </a:lnTo>
                <a:lnTo>
                  <a:pt x="2508589" y="1063905"/>
                </a:lnTo>
                <a:lnTo>
                  <a:pt x="2516177" y="1110763"/>
                </a:lnTo>
                <a:lnTo>
                  <a:pt x="2522131" y="1158169"/>
                </a:lnTo>
                <a:lnTo>
                  <a:pt x="2526422" y="1206092"/>
                </a:lnTo>
                <a:lnTo>
                  <a:pt x="2529019" y="1254501"/>
                </a:lnTo>
                <a:lnTo>
                  <a:pt x="2529892" y="1303363"/>
                </a:lnTo>
                <a:lnTo>
                  <a:pt x="2529019" y="1352226"/>
                </a:lnTo>
                <a:lnTo>
                  <a:pt x="2526422" y="1400635"/>
                </a:lnTo>
                <a:lnTo>
                  <a:pt x="2522131" y="1448558"/>
                </a:lnTo>
                <a:lnTo>
                  <a:pt x="2516177" y="1495965"/>
                </a:lnTo>
                <a:lnTo>
                  <a:pt x="2508589" y="1542823"/>
                </a:lnTo>
                <a:lnTo>
                  <a:pt x="2499399" y="1589101"/>
                </a:lnTo>
                <a:lnTo>
                  <a:pt x="2488638" y="1634768"/>
                </a:lnTo>
                <a:lnTo>
                  <a:pt x="2476335" y="1679792"/>
                </a:lnTo>
                <a:lnTo>
                  <a:pt x="2462521" y="1724142"/>
                </a:lnTo>
                <a:lnTo>
                  <a:pt x="2447228" y="1767786"/>
                </a:lnTo>
                <a:lnTo>
                  <a:pt x="2430485" y="1810693"/>
                </a:lnTo>
                <a:lnTo>
                  <a:pt x="2412323" y="1852830"/>
                </a:lnTo>
                <a:lnTo>
                  <a:pt x="2392773" y="1894167"/>
                </a:lnTo>
                <a:lnTo>
                  <a:pt x="2371866" y="1934673"/>
                </a:lnTo>
                <a:lnTo>
                  <a:pt x="2349631" y="1974315"/>
                </a:lnTo>
                <a:lnTo>
                  <a:pt x="2326099" y="2013062"/>
                </a:lnTo>
                <a:lnTo>
                  <a:pt x="2301302" y="2050883"/>
                </a:lnTo>
                <a:lnTo>
                  <a:pt x="2275269" y="2087745"/>
                </a:lnTo>
                <a:lnTo>
                  <a:pt x="2248031" y="2123619"/>
                </a:lnTo>
                <a:lnTo>
                  <a:pt x="2219619" y="2158471"/>
                </a:lnTo>
                <a:lnTo>
                  <a:pt x="2190063" y="2192271"/>
                </a:lnTo>
                <a:lnTo>
                  <a:pt x="2159394" y="2224987"/>
                </a:lnTo>
                <a:lnTo>
                  <a:pt x="2127643" y="2256588"/>
                </a:lnTo>
                <a:lnTo>
                  <a:pt x="2094839" y="2287042"/>
                </a:lnTo>
                <a:lnTo>
                  <a:pt x="2061014" y="2316317"/>
                </a:lnTo>
                <a:lnTo>
                  <a:pt x="2026199" y="2344382"/>
                </a:lnTo>
                <a:lnTo>
                  <a:pt x="1990423" y="2371206"/>
                </a:lnTo>
                <a:lnTo>
                  <a:pt x="1953717" y="2396757"/>
                </a:lnTo>
                <a:lnTo>
                  <a:pt x="1916112" y="2421004"/>
                </a:lnTo>
                <a:lnTo>
                  <a:pt x="1877639" y="2443914"/>
                </a:lnTo>
                <a:lnTo>
                  <a:pt x="1838327" y="2465457"/>
                </a:lnTo>
                <a:lnTo>
                  <a:pt x="1798208" y="2485601"/>
                </a:lnTo>
                <a:lnTo>
                  <a:pt x="1757313" y="2504315"/>
                </a:lnTo>
                <a:lnTo>
                  <a:pt x="1715671" y="2521567"/>
                </a:lnTo>
                <a:lnTo>
                  <a:pt x="1673313" y="2537325"/>
                </a:lnTo>
                <a:lnTo>
                  <a:pt x="1630271" y="2551558"/>
                </a:lnTo>
                <a:lnTo>
                  <a:pt x="1586574" y="2564235"/>
                </a:lnTo>
                <a:lnTo>
                  <a:pt x="1542253" y="2575323"/>
                </a:lnTo>
                <a:lnTo>
                  <a:pt x="1497338" y="2584792"/>
                </a:lnTo>
                <a:lnTo>
                  <a:pt x="1451861" y="2592610"/>
                </a:lnTo>
                <a:lnTo>
                  <a:pt x="1405851" y="2598746"/>
                </a:lnTo>
                <a:lnTo>
                  <a:pt x="1359340" y="2603168"/>
                </a:lnTo>
                <a:lnTo>
                  <a:pt x="1312358" y="2605844"/>
                </a:lnTo>
                <a:lnTo>
                  <a:pt x="1264935" y="2606743"/>
                </a:lnTo>
                <a:lnTo>
                  <a:pt x="1217512" y="2605844"/>
                </a:lnTo>
                <a:lnTo>
                  <a:pt x="1170530" y="2603168"/>
                </a:lnTo>
                <a:lnTo>
                  <a:pt x="1124019" y="2598746"/>
                </a:lnTo>
                <a:lnTo>
                  <a:pt x="1078010" y="2592610"/>
                </a:lnTo>
                <a:lnTo>
                  <a:pt x="1032533" y="2584792"/>
                </a:lnTo>
                <a:lnTo>
                  <a:pt x="987618" y="2575323"/>
                </a:lnTo>
                <a:lnTo>
                  <a:pt x="943298" y="2564235"/>
                </a:lnTo>
                <a:lnTo>
                  <a:pt x="899601" y="2551558"/>
                </a:lnTo>
                <a:lnTo>
                  <a:pt x="856559" y="2537325"/>
                </a:lnTo>
                <a:lnTo>
                  <a:pt x="814202" y="2521567"/>
                </a:lnTo>
                <a:lnTo>
                  <a:pt x="772560" y="2504315"/>
                </a:lnTo>
                <a:lnTo>
                  <a:pt x="731665" y="2485601"/>
                </a:lnTo>
                <a:lnTo>
                  <a:pt x="691547" y="2465457"/>
                </a:lnTo>
                <a:lnTo>
                  <a:pt x="652236" y="2443914"/>
                </a:lnTo>
                <a:lnTo>
                  <a:pt x="613764" y="2421004"/>
                </a:lnTo>
                <a:lnTo>
                  <a:pt x="576160" y="2396757"/>
                </a:lnTo>
                <a:lnTo>
                  <a:pt x="539455" y="2371206"/>
                </a:lnTo>
                <a:lnTo>
                  <a:pt x="503679" y="2344382"/>
                </a:lnTo>
                <a:lnTo>
                  <a:pt x="468864" y="2316317"/>
                </a:lnTo>
                <a:lnTo>
                  <a:pt x="435040" y="2287042"/>
                </a:lnTo>
                <a:lnTo>
                  <a:pt x="402237" y="2256588"/>
                </a:lnTo>
                <a:lnTo>
                  <a:pt x="370486" y="2224987"/>
                </a:lnTo>
                <a:lnTo>
                  <a:pt x="339818" y="2192271"/>
                </a:lnTo>
                <a:lnTo>
                  <a:pt x="310263" y="2158471"/>
                </a:lnTo>
                <a:lnTo>
                  <a:pt x="281852" y="2123619"/>
                </a:lnTo>
                <a:lnTo>
                  <a:pt x="254615" y="2087745"/>
                </a:lnTo>
                <a:lnTo>
                  <a:pt x="228583" y="2050883"/>
                </a:lnTo>
                <a:lnTo>
                  <a:pt x="203786" y="2013062"/>
                </a:lnTo>
                <a:lnTo>
                  <a:pt x="180255" y="1974315"/>
                </a:lnTo>
                <a:lnTo>
                  <a:pt x="158021" y="1934673"/>
                </a:lnTo>
                <a:lnTo>
                  <a:pt x="137113" y="1894167"/>
                </a:lnTo>
                <a:lnTo>
                  <a:pt x="117564" y="1852830"/>
                </a:lnTo>
                <a:lnTo>
                  <a:pt x="99403" y="1810693"/>
                </a:lnTo>
                <a:lnTo>
                  <a:pt x="82661" y="1767786"/>
                </a:lnTo>
                <a:lnTo>
                  <a:pt x="67368" y="1724142"/>
                </a:lnTo>
                <a:lnTo>
                  <a:pt x="53555" y="1679792"/>
                </a:lnTo>
                <a:lnTo>
                  <a:pt x="41252" y="1634768"/>
                </a:lnTo>
                <a:lnTo>
                  <a:pt x="30491" y="1589101"/>
                </a:lnTo>
                <a:lnTo>
                  <a:pt x="21302" y="1542823"/>
                </a:lnTo>
                <a:lnTo>
                  <a:pt x="13714" y="1495965"/>
                </a:lnTo>
                <a:lnTo>
                  <a:pt x="7760" y="1448558"/>
                </a:lnTo>
                <a:lnTo>
                  <a:pt x="3469" y="1400635"/>
                </a:lnTo>
                <a:lnTo>
                  <a:pt x="872" y="1352226"/>
                </a:lnTo>
                <a:lnTo>
                  <a:pt x="0" y="1303363"/>
                </a:lnTo>
              </a:path>
            </a:pathLst>
          </a:custGeom>
          <a:ln w="29784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191313" y="3088258"/>
            <a:ext cx="3715385" cy="303593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 marR="88265" algn="ctr">
              <a:lnSpc>
                <a:spcPct val="100000"/>
              </a:lnSpc>
              <a:spcBef>
                <a:spcPts val="605"/>
              </a:spcBef>
            </a:pPr>
            <a:r>
              <a:rPr sz="800" b="1" spc="-15" dirty="0">
                <a:latin typeface="Arial"/>
                <a:cs typeface="Arial"/>
              </a:rPr>
              <a:t>X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457751" y="5332038"/>
            <a:ext cx="128270" cy="132080"/>
          </a:xfrm>
          <a:custGeom>
            <a:avLst/>
            <a:gdLst/>
            <a:ahLst/>
            <a:cxnLst/>
            <a:rect l="l" t="t" r="r" b="b"/>
            <a:pathLst>
              <a:path w="128270" h="132079">
                <a:moveTo>
                  <a:pt x="128095" y="66018"/>
                </a:moveTo>
                <a:lnTo>
                  <a:pt x="0" y="66018"/>
                </a:lnTo>
              </a:path>
              <a:path w="128270" h="132079">
                <a:moveTo>
                  <a:pt x="64047" y="131960"/>
                </a:moveTo>
                <a:lnTo>
                  <a:pt x="64047" y="0"/>
                </a:lnTo>
              </a:path>
            </a:pathLst>
          </a:custGeom>
          <a:ln w="29808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526192" y="4144168"/>
            <a:ext cx="123825" cy="0"/>
          </a:xfrm>
          <a:custGeom>
            <a:avLst/>
            <a:gdLst/>
            <a:ahLst/>
            <a:cxnLst/>
            <a:rect l="l" t="t" r="r" b="b"/>
            <a:pathLst>
              <a:path w="123825">
                <a:moveTo>
                  <a:pt x="123700" y="0"/>
                </a:moveTo>
                <a:lnTo>
                  <a:pt x="0" y="0"/>
                </a:lnTo>
              </a:path>
            </a:pathLst>
          </a:custGeom>
          <a:ln w="30581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84529" y="3286236"/>
            <a:ext cx="123825" cy="0"/>
          </a:xfrm>
          <a:custGeom>
            <a:avLst/>
            <a:gdLst/>
            <a:ahLst/>
            <a:cxnLst/>
            <a:rect l="l" t="t" r="r" b="b"/>
            <a:pathLst>
              <a:path w="123825">
                <a:moveTo>
                  <a:pt x="123700" y="0"/>
                </a:moveTo>
                <a:lnTo>
                  <a:pt x="0" y="0"/>
                </a:lnTo>
              </a:path>
            </a:pathLst>
          </a:custGeom>
          <a:ln w="30581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526192" y="3418197"/>
            <a:ext cx="123825" cy="0"/>
          </a:xfrm>
          <a:custGeom>
            <a:avLst/>
            <a:gdLst/>
            <a:ahLst/>
            <a:cxnLst/>
            <a:rect l="l" t="t" r="r" b="b"/>
            <a:pathLst>
              <a:path w="123825">
                <a:moveTo>
                  <a:pt x="123700" y="0"/>
                </a:moveTo>
                <a:lnTo>
                  <a:pt x="0" y="0"/>
                </a:lnTo>
              </a:path>
            </a:pathLst>
          </a:custGeom>
          <a:ln w="30581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5319406" y="3187209"/>
            <a:ext cx="2818130" cy="2820670"/>
            <a:chOff x="5319406" y="3187209"/>
            <a:chExt cx="2818130" cy="2820670"/>
          </a:xfrm>
        </p:grpSpPr>
        <p:sp>
          <p:nvSpPr>
            <p:cNvPr id="11" name="object 11"/>
            <p:cNvSpPr/>
            <p:nvPr/>
          </p:nvSpPr>
          <p:spPr>
            <a:xfrm>
              <a:off x="6776520" y="4424631"/>
              <a:ext cx="400685" cy="445770"/>
            </a:xfrm>
            <a:custGeom>
              <a:avLst/>
              <a:gdLst/>
              <a:ahLst/>
              <a:cxnLst/>
              <a:rect l="l" t="t" r="r" b="b"/>
              <a:pathLst>
                <a:path w="400684" h="445770">
                  <a:moveTo>
                    <a:pt x="128095" y="379414"/>
                  </a:moveTo>
                  <a:lnTo>
                    <a:pt x="0" y="379414"/>
                  </a:lnTo>
                </a:path>
                <a:path w="400684" h="445770">
                  <a:moveTo>
                    <a:pt x="64047" y="445432"/>
                  </a:moveTo>
                  <a:lnTo>
                    <a:pt x="64047" y="313472"/>
                  </a:lnTo>
                </a:path>
                <a:path w="400684" h="445770">
                  <a:moveTo>
                    <a:pt x="144088" y="115493"/>
                  </a:moveTo>
                  <a:lnTo>
                    <a:pt x="15993" y="115493"/>
                  </a:lnTo>
                </a:path>
                <a:path w="400684" h="445770">
                  <a:moveTo>
                    <a:pt x="80041" y="181435"/>
                  </a:moveTo>
                  <a:lnTo>
                    <a:pt x="80041" y="49475"/>
                  </a:lnTo>
                </a:path>
                <a:path w="400684" h="445770">
                  <a:moveTo>
                    <a:pt x="400279" y="379414"/>
                  </a:moveTo>
                  <a:lnTo>
                    <a:pt x="272184" y="379414"/>
                  </a:lnTo>
                </a:path>
                <a:path w="400684" h="445770">
                  <a:moveTo>
                    <a:pt x="336231" y="445432"/>
                  </a:moveTo>
                  <a:lnTo>
                    <a:pt x="336231" y="313472"/>
                  </a:lnTo>
                </a:path>
                <a:path w="400684" h="445770">
                  <a:moveTo>
                    <a:pt x="384285" y="66018"/>
                  </a:moveTo>
                  <a:lnTo>
                    <a:pt x="256190" y="66018"/>
                  </a:lnTo>
                </a:path>
                <a:path w="400684" h="445770">
                  <a:moveTo>
                    <a:pt x="320237" y="131960"/>
                  </a:moveTo>
                  <a:lnTo>
                    <a:pt x="320237" y="0"/>
                  </a:lnTo>
                </a:path>
              </a:pathLst>
            </a:custGeom>
            <a:ln w="29808">
              <a:solidFill>
                <a:srgbClr val="8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20481" y="3665726"/>
              <a:ext cx="1501140" cy="1864360"/>
            </a:xfrm>
            <a:custGeom>
              <a:avLst/>
              <a:gdLst/>
              <a:ahLst/>
              <a:cxnLst/>
              <a:rect l="l" t="t" r="r" b="b"/>
              <a:pathLst>
                <a:path w="1501140" h="1864360">
                  <a:moveTo>
                    <a:pt x="1500686" y="131960"/>
                  </a:moveTo>
                  <a:lnTo>
                    <a:pt x="1376986" y="131960"/>
                  </a:lnTo>
                </a:path>
                <a:path w="1501140" h="1864360">
                  <a:moveTo>
                    <a:pt x="507985" y="280463"/>
                  </a:moveTo>
                  <a:lnTo>
                    <a:pt x="384285" y="280463"/>
                  </a:lnTo>
                </a:path>
                <a:path w="1501140" h="1864360">
                  <a:moveTo>
                    <a:pt x="251795" y="1451790"/>
                  </a:moveTo>
                  <a:lnTo>
                    <a:pt x="128095" y="1451790"/>
                  </a:lnTo>
                </a:path>
                <a:path w="1501140" h="1864360">
                  <a:moveTo>
                    <a:pt x="123700" y="610401"/>
                  </a:moveTo>
                  <a:lnTo>
                    <a:pt x="0" y="610401"/>
                  </a:lnTo>
                </a:path>
                <a:path w="1501140" h="1864360">
                  <a:moveTo>
                    <a:pt x="187747" y="1864282"/>
                  </a:moveTo>
                  <a:lnTo>
                    <a:pt x="64047" y="1864282"/>
                  </a:lnTo>
                </a:path>
                <a:path w="1501140" h="1864360">
                  <a:moveTo>
                    <a:pt x="155688" y="0"/>
                  </a:moveTo>
                  <a:lnTo>
                    <a:pt x="31987" y="0"/>
                  </a:lnTo>
                </a:path>
              </a:pathLst>
            </a:custGeom>
            <a:ln w="29808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176799" y="4573134"/>
              <a:ext cx="128270" cy="132080"/>
            </a:xfrm>
            <a:custGeom>
              <a:avLst/>
              <a:gdLst/>
              <a:ahLst/>
              <a:cxnLst/>
              <a:rect l="l" t="t" r="r" b="b"/>
              <a:pathLst>
                <a:path w="128270" h="132079">
                  <a:moveTo>
                    <a:pt x="128095" y="65942"/>
                  </a:moveTo>
                  <a:lnTo>
                    <a:pt x="0" y="65942"/>
                  </a:lnTo>
                </a:path>
                <a:path w="128270" h="132079">
                  <a:moveTo>
                    <a:pt x="64047" y="131960"/>
                  </a:moveTo>
                  <a:lnTo>
                    <a:pt x="64047" y="0"/>
                  </a:lnTo>
                </a:path>
              </a:pathLst>
            </a:custGeom>
            <a:ln w="29808">
              <a:solidFill>
                <a:srgbClr val="8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868219" y="3731669"/>
              <a:ext cx="1324610" cy="1468755"/>
            </a:xfrm>
            <a:custGeom>
              <a:avLst/>
              <a:gdLst/>
              <a:ahLst/>
              <a:cxnLst/>
              <a:rect l="l" t="t" r="r" b="b"/>
              <a:pathLst>
                <a:path w="1324609" h="1468754">
                  <a:moveTo>
                    <a:pt x="123664" y="841465"/>
                  </a:moveTo>
                  <a:lnTo>
                    <a:pt x="0" y="841465"/>
                  </a:lnTo>
                </a:path>
                <a:path w="1324609" h="1468754">
                  <a:moveTo>
                    <a:pt x="1324573" y="0"/>
                  </a:moveTo>
                  <a:lnTo>
                    <a:pt x="1200873" y="0"/>
                  </a:lnTo>
                </a:path>
                <a:path w="1324609" h="1468754">
                  <a:moveTo>
                    <a:pt x="155724" y="1468409"/>
                  </a:moveTo>
                  <a:lnTo>
                    <a:pt x="32023" y="1468409"/>
                  </a:lnTo>
                </a:path>
              </a:pathLst>
            </a:custGeom>
            <a:ln w="29808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19406" y="3484215"/>
              <a:ext cx="2818130" cy="1781810"/>
            </a:xfrm>
            <a:custGeom>
              <a:avLst/>
              <a:gdLst/>
              <a:ahLst/>
              <a:cxnLst/>
              <a:rect l="l" t="t" r="r" b="b"/>
              <a:pathLst>
                <a:path w="2818129" h="1781810">
                  <a:moveTo>
                    <a:pt x="2818106" y="66018"/>
                  </a:moveTo>
                  <a:lnTo>
                    <a:pt x="2690011" y="66018"/>
                  </a:lnTo>
                </a:path>
                <a:path w="2818129" h="1781810">
                  <a:moveTo>
                    <a:pt x="2754058" y="131960"/>
                  </a:moveTo>
                  <a:lnTo>
                    <a:pt x="2754058" y="0"/>
                  </a:lnTo>
                </a:path>
                <a:path w="2818129" h="1781810">
                  <a:moveTo>
                    <a:pt x="384285" y="197978"/>
                  </a:moveTo>
                  <a:lnTo>
                    <a:pt x="256190" y="197978"/>
                  </a:lnTo>
                </a:path>
                <a:path w="2818129" h="1781810">
                  <a:moveTo>
                    <a:pt x="320237" y="263996"/>
                  </a:moveTo>
                  <a:lnTo>
                    <a:pt x="320237" y="131960"/>
                  </a:lnTo>
                </a:path>
                <a:path w="2818129" h="1781810">
                  <a:moveTo>
                    <a:pt x="256190" y="1715863"/>
                  </a:moveTo>
                  <a:lnTo>
                    <a:pt x="128095" y="1715863"/>
                  </a:lnTo>
                </a:path>
                <a:path w="2818129" h="1781810">
                  <a:moveTo>
                    <a:pt x="192142" y="1781805"/>
                  </a:moveTo>
                  <a:lnTo>
                    <a:pt x="192142" y="1649845"/>
                  </a:lnTo>
                </a:path>
                <a:path w="2818129" h="1781810">
                  <a:moveTo>
                    <a:pt x="128095" y="989891"/>
                  </a:moveTo>
                  <a:lnTo>
                    <a:pt x="0" y="989891"/>
                  </a:lnTo>
                </a:path>
                <a:path w="2818129" h="1781810">
                  <a:moveTo>
                    <a:pt x="64047" y="1055909"/>
                  </a:moveTo>
                  <a:lnTo>
                    <a:pt x="64047" y="923873"/>
                  </a:lnTo>
                </a:path>
              </a:pathLst>
            </a:custGeom>
            <a:ln w="29808">
              <a:solidFill>
                <a:srgbClr val="8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708101" y="3550233"/>
              <a:ext cx="2425065" cy="2442210"/>
            </a:xfrm>
            <a:custGeom>
              <a:avLst/>
              <a:gdLst/>
              <a:ahLst/>
              <a:cxnLst/>
              <a:rect l="l" t="t" r="r" b="b"/>
              <a:pathLst>
                <a:path w="2425065" h="2442210">
                  <a:moveTo>
                    <a:pt x="892270" y="1088843"/>
                  </a:moveTo>
                  <a:lnTo>
                    <a:pt x="768570" y="1088843"/>
                  </a:lnTo>
                </a:path>
                <a:path w="2425065" h="2442210">
                  <a:moveTo>
                    <a:pt x="1788936" y="593935"/>
                  </a:moveTo>
                  <a:lnTo>
                    <a:pt x="1665236" y="593935"/>
                  </a:lnTo>
                </a:path>
                <a:path w="2425065" h="2442210">
                  <a:moveTo>
                    <a:pt x="1308543" y="0"/>
                  </a:moveTo>
                  <a:lnTo>
                    <a:pt x="1184843" y="0"/>
                  </a:lnTo>
                </a:path>
                <a:path w="2425065" h="2442210">
                  <a:moveTo>
                    <a:pt x="1148461" y="1913765"/>
                  </a:moveTo>
                  <a:lnTo>
                    <a:pt x="1024760" y="1913765"/>
                  </a:lnTo>
                </a:path>
                <a:path w="2425065" h="2442210">
                  <a:moveTo>
                    <a:pt x="1949019" y="1682778"/>
                  </a:moveTo>
                  <a:lnTo>
                    <a:pt x="1825319" y="1682778"/>
                  </a:lnTo>
                </a:path>
                <a:path w="2425065" h="2442210">
                  <a:moveTo>
                    <a:pt x="2173221" y="1187870"/>
                  </a:moveTo>
                  <a:lnTo>
                    <a:pt x="2049521" y="1187870"/>
                  </a:lnTo>
                </a:path>
                <a:path w="2425065" h="2442210">
                  <a:moveTo>
                    <a:pt x="1596793" y="2144760"/>
                  </a:moveTo>
                  <a:lnTo>
                    <a:pt x="1473093" y="2144760"/>
                  </a:lnTo>
                </a:path>
                <a:path w="2425065" h="2442210">
                  <a:moveTo>
                    <a:pt x="123685" y="2128263"/>
                  </a:moveTo>
                  <a:lnTo>
                    <a:pt x="0" y="2128263"/>
                  </a:lnTo>
                </a:path>
                <a:path w="2425065" h="2442210">
                  <a:moveTo>
                    <a:pt x="2425017" y="2210748"/>
                  </a:moveTo>
                  <a:lnTo>
                    <a:pt x="2301316" y="2210748"/>
                  </a:lnTo>
                </a:path>
                <a:path w="2425065" h="2442210">
                  <a:moveTo>
                    <a:pt x="572033" y="2392237"/>
                  </a:moveTo>
                  <a:lnTo>
                    <a:pt x="448332" y="2392237"/>
                  </a:lnTo>
                </a:path>
                <a:path w="2425065" h="2442210">
                  <a:moveTo>
                    <a:pt x="1981079" y="2441728"/>
                  </a:moveTo>
                  <a:lnTo>
                    <a:pt x="1857378" y="2441728"/>
                  </a:lnTo>
                </a:path>
              </a:pathLst>
            </a:custGeom>
            <a:ln w="29808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625132" y="3187209"/>
              <a:ext cx="128270" cy="132080"/>
            </a:xfrm>
            <a:custGeom>
              <a:avLst/>
              <a:gdLst/>
              <a:ahLst/>
              <a:cxnLst/>
              <a:rect l="l" t="t" r="r" b="b"/>
              <a:pathLst>
                <a:path w="128270" h="132079">
                  <a:moveTo>
                    <a:pt x="128095" y="66018"/>
                  </a:moveTo>
                  <a:lnTo>
                    <a:pt x="0" y="66018"/>
                  </a:lnTo>
                </a:path>
                <a:path w="128270" h="132079">
                  <a:moveTo>
                    <a:pt x="64047" y="132036"/>
                  </a:moveTo>
                  <a:lnTo>
                    <a:pt x="64047" y="0"/>
                  </a:lnTo>
                </a:path>
              </a:pathLst>
            </a:custGeom>
            <a:ln w="29808">
              <a:solidFill>
                <a:srgbClr val="8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76297" y="461594"/>
            <a:ext cx="743648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Nearest</a:t>
            </a:r>
            <a:r>
              <a:rPr spc="-20" dirty="0"/>
              <a:t> </a:t>
            </a:r>
            <a:r>
              <a:rPr spc="-5" dirty="0"/>
              <a:t>neighbor</a:t>
            </a:r>
            <a:r>
              <a:rPr spc="5" dirty="0"/>
              <a:t> </a:t>
            </a:r>
            <a:r>
              <a:rPr spc="-10" dirty="0"/>
              <a:t>Classification…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506537"/>
            <a:ext cx="10587990" cy="258064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42265" marR="4933950" indent="-342265" algn="r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342265" algn="l"/>
                <a:tab pos="342900" algn="l"/>
              </a:tabLst>
            </a:pPr>
            <a:r>
              <a:rPr sz="3200" dirty="0">
                <a:latin typeface="Calibri"/>
                <a:cs typeface="Calibri"/>
              </a:rPr>
              <a:t>k-NN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classifiers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are</a:t>
            </a:r>
            <a:r>
              <a:rPr sz="3200" spc="-10" dirty="0">
                <a:latin typeface="Calibri"/>
                <a:cs typeface="Calibri"/>
              </a:rPr>
              <a:t> lazy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learners</a:t>
            </a:r>
            <a:endParaRPr sz="3200">
              <a:latin typeface="Calibri"/>
              <a:cs typeface="Calibri"/>
            </a:endParaRPr>
          </a:p>
          <a:p>
            <a:pPr marL="287020" marR="4983480" lvl="1" indent="-287020" algn="r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287020" algn="l"/>
              </a:tabLst>
            </a:pPr>
            <a:r>
              <a:rPr sz="2800" spc="-5" dirty="0">
                <a:latin typeface="Calibri"/>
                <a:cs typeface="Calibri"/>
              </a:rPr>
              <a:t>It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does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not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build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models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explicitly</a:t>
            </a:r>
            <a:endParaRPr sz="2800">
              <a:latin typeface="Calibri"/>
              <a:cs typeface="Calibri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20" dirty="0">
                <a:latin typeface="Calibri"/>
                <a:cs typeface="Calibri"/>
              </a:rPr>
              <a:t>Unlike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eager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learners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such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decision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tree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induction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rule-based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systems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Classifying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unknown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records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relatively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expensive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C4E5545-782E-6FE1-9C1A-DB89604A3C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718" r="68158" b="28371"/>
          <a:stretch/>
        </p:blipFill>
        <p:spPr bwMode="auto">
          <a:xfrm>
            <a:off x="1828800" y="619171"/>
            <a:ext cx="7413625" cy="561965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338016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140E1DC-65BC-6534-2E17-9C60C6DD36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97" t="30203" r="40402" b="30847"/>
          <a:stretch/>
        </p:blipFill>
        <p:spPr bwMode="auto">
          <a:xfrm>
            <a:off x="533400" y="990600"/>
            <a:ext cx="10972800" cy="4953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90920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2450CE3-5198-42D7-B48C-1FF5B38459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756" t="29873" r="41050" b="30187"/>
          <a:stretch/>
        </p:blipFill>
        <p:spPr bwMode="auto">
          <a:xfrm>
            <a:off x="683281" y="1143000"/>
            <a:ext cx="10825438" cy="4572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65897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75454B6-3B27-C303-7E5E-5CE2B99B4F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71" t="30203" r="43279" b="31012"/>
          <a:stretch/>
        </p:blipFill>
        <p:spPr bwMode="auto">
          <a:xfrm>
            <a:off x="783078" y="1371600"/>
            <a:ext cx="10625844" cy="441959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69621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4082FCC-C6AF-A418-A110-59B74E95E8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13" t="30203" r="52934" b="31177"/>
          <a:stretch/>
        </p:blipFill>
        <p:spPr bwMode="auto">
          <a:xfrm>
            <a:off x="1447800" y="812590"/>
            <a:ext cx="9601200" cy="49595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67286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1FEF4A-A6A9-0279-66CA-A466C85736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92" t="30910" r="41793" b="31460"/>
          <a:stretch/>
        </p:blipFill>
        <p:spPr bwMode="auto">
          <a:xfrm>
            <a:off x="533400" y="1676400"/>
            <a:ext cx="10668000" cy="42672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85854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E842B-89A0-9171-1360-78F830AC0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Numerical</a:t>
            </a:r>
            <a:br>
              <a:rPr lang="en-US" dirty="0"/>
            </a:br>
            <a:r>
              <a:rPr lang="en-US" sz="2200" dirty="0"/>
              <a:t>Given</a:t>
            </a:r>
            <a:r>
              <a:rPr lang="en-US" dirty="0"/>
              <a:t>  </a:t>
            </a:r>
            <a:r>
              <a:rPr lang="en-US" sz="2200" dirty="0"/>
              <a:t>K=3 </a:t>
            </a:r>
            <a:endParaRPr lang="en-IN" sz="22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D3F8432-3DA7-3460-6062-A164813B0D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315415"/>
              </p:ext>
            </p:extLst>
          </p:nvPr>
        </p:nvGraphicFramePr>
        <p:xfrm>
          <a:off x="1295400" y="2557463"/>
          <a:ext cx="9601197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399">
                  <a:extLst>
                    <a:ext uri="{9D8B030D-6E8A-4147-A177-3AD203B41FA5}">
                      <a16:colId xmlns:a16="http://schemas.microsoft.com/office/drawing/2014/main" val="2337577138"/>
                    </a:ext>
                  </a:extLst>
                </a:gridCol>
                <a:gridCol w="3200399">
                  <a:extLst>
                    <a:ext uri="{9D8B030D-6E8A-4147-A177-3AD203B41FA5}">
                      <a16:colId xmlns:a16="http://schemas.microsoft.com/office/drawing/2014/main" val="2043149591"/>
                    </a:ext>
                  </a:extLst>
                </a:gridCol>
                <a:gridCol w="3200399">
                  <a:extLst>
                    <a:ext uri="{9D8B030D-6E8A-4147-A177-3AD203B41FA5}">
                      <a16:colId xmlns:a16="http://schemas.microsoft.com/office/drawing/2014/main" val="17140513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Maths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English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8913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Fail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4423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07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3735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Fail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905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4385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??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0311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04390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5999E-47C2-237C-6585-77D26889C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1D566-CA71-2106-D4D4-85A878ED2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41448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83202" y="2516200"/>
            <a:ext cx="362585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>
                <a:latin typeface="Arial MT"/>
                <a:cs typeface="Arial MT"/>
              </a:rPr>
              <a:t>Thank</a:t>
            </a:r>
            <a:r>
              <a:rPr sz="6000" spc="-200" dirty="0">
                <a:latin typeface="Arial MT"/>
                <a:cs typeface="Arial MT"/>
              </a:rPr>
              <a:t> </a:t>
            </a:r>
            <a:r>
              <a:rPr sz="6000" spc="-190" dirty="0">
                <a:latin typeface="Arial MT"/>
                <a:cs typeface="Arial MT"/>
              </a:rPr>
              <a:t>You</a:t>
            </a:r>
            <a:endParaRPr sz="6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23</TotalTime>
  <Words>521</Words>
  <Application>Microsoft Office PowerPoint</Application>
  <PresentationFormat>Widescreen</PresentationFormat>
  <Paragraphs>150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Arial MT</vt:lpstr>
      <vt:lpstr>Calibri</vt:lpstr>
      <vt:lpstr>Cambria Math</vt:lpstr>
      <vt:lpstr>Garamond</vt:lpstr>
      <vt:lpstr>Symbol</vt:lpstr>
      <vt:lpstr>Times New Roman</vt:lpstr>
      <vt:lpstr>Organic</vt:lpstr>
      <vt:lpstr>Nearest-Neighbor  Classifier</vt:lpstr>
      <vt:lpstr>Instance-Based Classifiers</vt:lpstr>
      <vt:lpstr>Instance Based Classifiers</vt:lpstr>
      <vt:lpstr>Nearest Neighbor Classifiers</vt:lpstr>
      <vt:lpstr>Nearest-Neighbor Classifiers</vt:lpstr>
      <vt:lpstr>Definition of Nearest Neighbor</vt:lpstr>
      <vt:lpstr>Nearest Neighbor Classification</vt:lpstr>
      <vt:lpstr>PowerPoint Presentation</vt:lpstr>
      <vt:lpstr>The KNN classification algorithm</vt:lpstr>
      <vt:lpstr>Nearest Neighbor Classification…</vt:lpstr>
      <vt:lpstr>Nearest neighbor Classification…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Numerical Given  K=3 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Kartikay Gupta</dc:creator>
  <cp:lastModifiedBy>Amit Gupta</cp:lastModifiedBy>
  <cp:revision>5</cp:revision>
  <dcterms:created xsi:type="dcterms:W3CDTF">2024-10-16T10:57:07Z</dcterms:created>
  <dcterms:modified xsi:type="dcterms:W3CDTF">2024-10-24T06:11:57Z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2017-03-24T00:00:00Z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2024-10-16T00:00:00Z</vt:filetime>
  </property>
</Properties>
</file>