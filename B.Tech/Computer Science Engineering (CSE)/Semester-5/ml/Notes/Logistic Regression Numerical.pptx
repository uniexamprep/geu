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3B9FD-474A-462A-7B40-386AA39FC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7BD8C-9824-6F03-5A3F-660EBE477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A7DD1-8143-FADF-98D2-768658530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BF01-FA74-4012-BA70-D58CC826B5B7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7F13B-971E-F41B-EA0F-49530ABD9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4C2B-106E-74DE-B167-6627A582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190A-7429-44F1-9C72-3AE48B88B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799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B31DB-6AED-9585-81B2-DC409E122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4A5FE-FB6F-8C91-E7E9-553B9598E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B65C0-5648-7373-6841-114E3DFC2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BF01-FA74-4012-BA70-D58CC826B5B7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35456-199E-54BA-5974-8EDB0E610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816C6-3E71-4505-5B94-BC943D2DA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190A-7429-44F1-9C72-3AE48B88B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430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EE67-3D34-65E6-6614-D6676CE12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D2887-739A-2D13-D0AF-EEAD62883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0E906-4AD4-9FFD-CBFF-468E6F057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BF01-FA74-4012-BA70-D58CC826B5B7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B27A5-18B7-5CBC-5182-D3FC21C5A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AE05C-F95A-4EC0-02DD-18BD5738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190A-7429-44F1-9C72-3AE48B88B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882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382E-B0B4-9A89-7DC5-5B739D0F0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38C30-6687-ED42-7045-A6B723B6F0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7963B-0C70-AA77-16D3-A352BA6BE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809B5-2BE7-5E37-5E94-91973AB8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BF01-FA74-4012-BA70-D58CC826B5B7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2723C-2397-8A5A-44F9-990BA212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A8CCC-FD18-EAFA-4BE2-F388370AF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190A-7429-44F1-9C72-3AE48B88B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426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CFAAA-7AAF-9A59-7F90-42EB4930D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1496F-7EC7-1E7C-C5F4-EFBDB6B2D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05265-36C3-0220-02C3-4835A8AF7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6B3BBF-38C1-66BF-0A96-6085C7330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581CC9-554B-1624-40D9-A3EB04705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544BF8-32B6-0755-18F4-520FB30F0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BF01-FA74-4012-BA70-D58CC826B5B7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EC51EC-AC40-95D8-79E6-382AE51C2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927BEF-A8AB-4023-75A8-32BFAACD2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190A-7429-44F1-9C72-3AE48B88B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302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E18B1-8D8B-F886-8ACE-A503ED79F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083D2-C49E-4B1E-64EC-503BAEC42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BF01-FA74-4012-BA70-D58CC826B5B7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D3FA9B-8FC3-215E-D189-925F09B1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166DAB-D24A-CE0A-5DF0-022D628DA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190A-7429-44F1-9C72-3AE48B88B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334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6570A9-16FB-C0DE-4CE9-50FD62078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BF01-FA74-4012-BA70-D58CC826B5B7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D4A648-EDAA-2551-BC12-F952BDC56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C3DB6-F2F5-077E-EB7F-6FE4E0F9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190A-7429-44F1-9C72-3AE48B88B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201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7373D-85F6-CFF0-5400-0A8BC7759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211D6-EEE4-F8AA-BE52-CB0AE22F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4BEF2-1188-3C3F-0862-15EA99DF7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23A24-68FD-2C36-C556-B3AF5297E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BF01-FA74-4012-BA70-D58CC826B5B7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E519E-4162-F4E9-F2AB-C14292136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FF03F-3CE0-507C-C80F-63CA1E121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190A-7429-44F1-9C72-3AE48B88B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425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F730-D7CE-567B-F46E-C5E6F09D2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7D55D-696A-3BF4-2890-C79BB0663E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DF0ED-7564-B39D-0A82-60E964C61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69A47-4A4F-AB3E-8583-ACE9CB51E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BF01-FA74-4012-BA70-D58CC826B5B7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56C51-6E37-CF4B-2E1B-22002118C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428B9-44B5-8962-8DE7-F2950EF1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190A-7429-44F1-9C72-3AE48B88B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345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84847-AE1C-B70D-E460-FEB5717E8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97142-7738-22EF-181E-232A95B49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CA147-165C-5024-3846-9FC4C8796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BF01-FA74-4012-BA70-D58CC826B5B7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4D2B3-F942-37D8-003D-3E9ED80C2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EE4A7-5A92-1AA7-02C6-9F6A1BFF9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190A-7429-44F1-9C72-3AE48B88B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129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7FC2CD-49DE-395F-C6F4-FA860AC05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D075F5-0B12-C63A-A035-7D1EA0F3C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9FA98-76FF-E4AC-4F14-68208BC1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BF01-FA74-4012-BA70-D58CC826B5B7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439B2-C14A-D986-3DF2-E86B58B83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EBE84-2C52-6AD5-01AF-17A1050E1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190A-7429-44F1-9C72-3AE48B88B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32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7E494-BA30-324D-D08E-4043548D2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09E17-AB60-4AA0-F329-9A1E7D205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F668E-D32B-5531-6E2B-BB29B551B4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EBF01-FA74-4012-BA70-D58CC826B5B7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C0B3C-370B-AA8F-C26F-76E3250B8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62CBD-1F08-F7F9-98D3-8931E7D25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F190A-7429-44F1-9C72-3AE48B88B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80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42CCA-4E97-979D-16F5-A2DFF00E49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Logistic Regression Numerical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F6CB3-7098-B628-0036-3BD08E024C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998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B7CC3-F606-2675-EFCD-41FA81BE9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A67AD-6086-7B0A-346B-C6332C82C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31DCFB-D07C-AF45-FFCB-A7D8B87813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4" t="20630" r="41329" b="31012"/>
          <a:stretch/>
        </p:blipFill>
        <p:spPr bwMode="auto">
          <a:xfrm>
            <a:off x="599440" y="365125"/>
            <a:ext cx="10655950" cy="54679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46120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29869-5129-3768-4D98-6DAE579E6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DB6D0-F434-A1CF-3ED0-683035D6F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8B6F7E-7183-3E46-CA7D-8C1E0B641D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01" t="27454" r="40789" b="27773"/>
          <a:stretch/>
        </p:blipFill>
        <p:spPr bwMode="auto">
          <a:xfrm>
            <a:off x="838200" y="681037"/>
            <a:ext cx="9935125" cy="47015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28416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1FFE48-96B1-A699-E5EE-A8589F7756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292" t="29213" r="39751" b="33818"/>
          <a:stretch/>
        </p:blipFill>
        <p:spPr bwMode="auto">
          <a:xfrm>
            <a:off x="1070732" y="274321"/>
            <a:ext cx="10050536" cy="56284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77373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97108-D658-07B7-BE7B-C7107A313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5F7AEC-3AD7-F87F-8B01-C3733B6D78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2" t="28223" r="41886" b="28866"/>
          <a:stretch/>
        </p:blipFill>
        <p:spPr bwMode="auto">
          <a:xfrm>
            <a:off x="690879" y="1120139"/>
            <a:ext cx="10325689" cy="46609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51848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C1FBB1-E82E-D84E-FF80-B56F97C374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805" t="28718" r="41702" b="29196"/>
          <a:stretch/>
        </p:blipFill>
        <p:spPr bwMode="auto">
          <a:xfrm>
            <a:off x="1113160" y="1005840"/>
            <a:ext cx="9965680" cy="51601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2148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E0898C-FFB1-7C7A-1C8F-FDF992679F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920" t="27563" r="40123" b="30021"/>
          <a:stretch/>
        </p:blipFill>
        <p:spPr bwMode="auto">
          <a:xfrm>
            <a:off x="1084548" y="680720"/>
            <a:ext cx="10022904" cy="54962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33367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Logistic Regression Numerical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Gupta</dc:creator>
  <cp:lastModifiedBy>Amit Gupta</cp:lastModifiedBy>
  <cp:revision>1</cp:revision>
  <dcterms:created xsi:type="dcterms:W3CDTF">2024-11-28T04:41:05Z</dcterms:created>
  <dcterms:modified xsi:type="dcterms:W3CDTF">2024-11-28T04:41:05Z</dcterms:modified>
</cp:coreProperties>
</file>