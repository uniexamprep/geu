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304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  <p:sldId id="303" r:id="rId5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0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2ED36-5F67-4D7E-988B-E4DED28140CE}" type="datetimeFigureOut">
              <a:rPr lang="en-US" smtClean="0"/>
              <a:t>7/23/2020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95AC6-5C39-43E1-B515-19DBC3EAF7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9515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2ED36-5F67-4D7E-988B-E4DED28140CE}" type="datetimeFigureOut">
              <a:rPr lang="en-US" smtClean="0"/>
              <a:t>7/23/2020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95AC6-5C39-43E1-B515-19DBC3EAF7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89920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2ED36-5F67-4D7E-988B-E4DED28140CE}" type="datetimeFigureOut">
              <a:rPr lang="en-US" smtClean="0"/>
              <a:t>7/23/2020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95AC6-5C39-43E1-B515-19DBC3EAF7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7939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2ED36-5F67-4D7E-988B-E4DED28140CE}" type="datetimeFigureOut">
              <a:rPr lang="en-US" smtClean="0"/>
              <a:t>7/23/2020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95AC6-5C39-43E1-B515-19DBC3EAF7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26492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2ED36-5F67-4D7E-988B-E4DED28140CE}" type="datetimeFigureOut">
              <a:rPr lang="en-US" smtClean="0"/>
              <a:t>7/23/2020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95AC6-5C39-43E1-B515-19DBC3EAF7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91489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2ED36-5F67-4D7E-988B-E4DED28140CE}" type="datetimeFigureOut">
              <a:rPr lang="en-US" smtClean="0"/>
              <a:t>7/23/2020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95AC6-5C39-43E1-B515-19DBC3EAF7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2932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2ED36-5F67-4D7E-988B-E4DED28140CE}" type="datetimeFigureOut">
              <a:rPr lang="en-US" smtClean="0"/>
              <a:t>7/23/2020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95AC6-5C39-43E1-B515-19DBC3EAF7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9252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2ED36-5F67-4D7E-988B-E4DED28140CE}" type="datetimeFigureOut">
              <a:rPr lang="en-US" smtClean="0"/>
              <a:t>7/23/2020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95AC6-5C39-43E1-B515-19DBC3EAF7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19259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2ED36-5F67-4D7E-988B-E4DED28140CE}" type="datetimeFigureOut">
              <a:rPr lang="en-US" smtClean="0"/>
              <a:t>7/23/2020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95AC6-5C39-43E1-B515-19DBC3EAF7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33585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2ED36-5F67-4D7E-988B-E4DED28140CE}" type="datetimeFigureOut">
              <a:rPr lang="en-US" smtClean="0"/>
              <a:t>7/23/2020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95AC6-5C39-43E1-B515-19DBC3EAF7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04535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2ED36-5F67-4D7E-988B-E4DED28140CE}" type="datetimeFigureOut">
              <a:rPr lang="en-US" smtClean="0"/>
              <a:t>7/23/2020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95AC6-5C39-43E1-B515-19DBC3EAF7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7215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2ED36-5F67-4D7E-988B-E4DED28140CE}" type="datetimeFigureOut">
              <a:rPr lang="en-US" smtClean="0"/>
              <a:t>7/23/2020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95AC6-5C39-43E1-B515-19DBC3EAF78D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608680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2ED36-5F67-4D7E-988B-E4DED28140CE}" type="datetimeFigureOut">
              <a:rPr lang="en-US" smtClean="0"/>
              <a:t>7/23/2020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95AC6-5C39-43E1-B515-19DBC3EAF7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09454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2ED36-5F67-4D7E-988B-E4DED28140CE}" type="datetimeFigureOut">
              <a:rPr lang="en-US" smtClean="0"/>
              <a:t>7/23/2020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95AC6-5C39-43E1-B515-19DBC3EAF7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18822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2ED36-5F67-4D7E-988B-E4DED28140CE}" type="datetimeFigureOut">
              <a:rPr lang="en-US" smtClean="0"/>
              <a:t>7/23/2020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95AC6-5C39-43E1-B515-19DBC3EAF7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3172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2ED36-5F67-4D7E-988B-E4DED28140CE}" type="datetimeFigureOut">
              <a:rPr lang="en-US" smtClean="0"/>
              <a:t>7/23/2020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95AC6-5C39-43E1-B515-19DBC3EAF7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185788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2ED36-5F67-4D7E-988B-E4DED28140CE}" type="datetimeFigureOut">
              <a:rPr lang="en-US" smtClean="0"/>
              <a:t>7/23/2020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95AC6-5C39-43E1-B515-19DBC3EAF7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99320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63F2ED36-5F67-4D7E-988B-E4DED28140CE}" type="datetimeFigureOut">
              <a:rPr lang="en-US" smtClean="0"/>
              <a:t>7/23/2020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695AC6-5C39-43E1-B515-19DBC3EAF7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149626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jp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jp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D508D5-3610-4194-85B3-2573D1C2B54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SQL(structure query language)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012646-5B12-4D45-A602-DBAE0F74D7C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 : Parul Madan(</a:t>
            </a:r>
            <a:r>
              <a:rPr lang="en-US" dirty="0" err="1"/>
              <a:t>cse</a:t>
            </a:r>
            <a:r>
              <a:rPr lang="en-US" dirty="0"/>
              <a:t>)</a:t>
            </a:r>
          </a:p>
          <a:p>
            <a:r>
              <a:rPr lang="en-US" dirty="0"/>
              <a:t>GEU</a:t>
            </a:r>
          </a:p>
        </p:txBody>
      </p:sp>
    </p:spTree>
    <p:extLst>
      <p:ext uri="{BB962C8B-B14F-4D97-AF65-F5344CB8AC3E}">
        <p14:creationId xmlns:p14="http://schemas.microsoft.com/office/powerpoint/2010/main" val="6808161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A0CAC93-CC15-4AFB-8630-A55DAF5AA1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8762" y="742950"/>
            <a:ext cx="9134475" cy="537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24498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A2DC16A-E823-4A33-A783-CB00E96460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340" y="569626"/>
            <a:ext cx="10193311" cy="5426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48851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CB381EF-52F6-4708-A483-F7DA539808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8762" y="623887"/>
            <a:ext cx="9134475" cy="5610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39928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9CD5ED1-70AF-4495-8ED8-BE3BF905D3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1125" y="566737"/>
            <a:ext cx="9429750" cy="5724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55208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C3BCE68-3635-4516-AC7A-6D405D1F0F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302" y="1124262"/>
            <a:ext cx="10298242" cy="4706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6643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D0ADCEC-63A4-49DE-8450-0C2F540E92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3050" y="452437"/>
            <a:ext cx="9105900" cy="595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86028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05E4942-531E-436A-B311-F286037BDB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4412" y="989351"/>
            <a:ext cx="10163175" cy="4781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7583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564D28F-25E0-4CF6-B3AC-ED5B27CBD8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4184" y="689548"/>
            <a:ext cx="10088380" cy="5321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81536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9B06E70-BA91-4FEF-804C-CAE73F1592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4937" y="1244184"/>
            <a:ext cx="9382125" cy="4302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78126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A57ECB8-6B60-483C-AAC2-C1EB1E9882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7362" y="881062"/>
            <a:ext cx="8677275" cy="5095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45678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7674B69-C7B8-4BD5-B619-23CD276E97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9262" y="909637"/>
            <a:ext cx="8753475" cy="5038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44407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25AE909-DAEE-4C96-AFF8-9B6C50B959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5975" y="1023937"/>
            <a:ext cx="8020050" cy="4810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45360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27F56C4-39D9-4540-8545-48356B6A7A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8812" y="904875"/>
            <a:ext cx="8334375" cy="5048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0009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2FED078-841B-40E8-A195-FA932DC687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4975" y="633412"/>
            <a:ext cx="8782050" cy="5591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16684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F1606B2-16FA-42DF-9663-3879542BFF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3075" y="714375"/>
            <a:ext cx="8705850" cy="5429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57407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B4B74C8-4542-4B96-A222-2CAB394566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4987" y="566737"/>
            <a:ext cx="8582025" cy="5724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93808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D26A1EF-2664-41B8-9EE6-1ECAA288D7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3562" y="514350"/>
            <a:ext cx="8524875" cy="582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28900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33CB153-6816-45EA-A69C-4F705C3AA5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462" y="938212"/>
            <a:ext cx="8601075" cy="4981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37596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2D2FF8F-8ED6-43A7-A59E-9E9D932903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6400" y="476250"/>
            <a:ext cx="8839200" cy="590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19174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E61A158-FBBB-4041-B45A-E6B2480138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9233" y="719528"/>
            <a:ext cx="10013429" cy="5501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20340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78E748B-6B48-4C7D-B617-89F256B750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459" y="600075"/>
            <a:ext cx="10073390" cy="5657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72477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13FEB39-364C-4DE1-A817-A35BE2DD63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9431" y="689547"/>
            <a:ext cx="10568064" cy="5606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016898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D33E9CF-25FC-47B5-9EB8-D20A5668B9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361" y="599607"/>
            <a:ext cx="10043409" cy="5891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86846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61636DF-61F4-49E9-8004-5BCFE4A498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612" y="481012"/>
            <a:ext cx="10010775" cy="5895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908145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C57963F-7876-488A-861F-64F59B95B8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4512" y="604837"/>
            <a:ext cx="8562975" cy="5648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372362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0EA9A46-2E63-4B85-8DB0-4CEFC4B243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7350" y="590550"/>
            <a:ext cx="8877300" cy="5676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269216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45ADEE7-E6FB-44B5-BC63-03ECFB62A3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587" y="794479"/>
            <a:ext cx="10403174" cy="5576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964246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D527DAF-7F0E-4AC9-A715-CC904B8FE1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4184" y="957262"/>
            <a:ext cx="10133350" cy="5323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735449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225544C-8BCB-4E5E-B9F0-4F9F34D754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4025" y="819150"/>
            <a:ext cx="8743950" cy="5219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417910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3365E31-D9BF-4704-9C3C-8646FD3DCB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4243" y="657225"/>
            <a:ext cx="10103370" cy="5543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556272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9C9AEA1-8F02-4A46-A6FC-B40E39CF87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9154" y="599607"/>
            <a:ext cx="9938479" cy="5681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008181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0C3EBE3-E231-4DC3-9FBC-87D40E7AFA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9096" y="971550"/>
            <a:ext cx="9803566" cy="4914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794603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4016B52-1412-4914-924A-0184C76086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1637" y="779489"/>
            <a:ext cx="9496035" cy="5366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893794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AFE0EB9-9A6D-484F-A916-93B015F7DB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8775" y="538162"/>
            <a:ext cx="8934450" cy="5781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065176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A780E0F-3F9C-4D25-9861-871CDE4845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4500" y="538162"/>
            <a:ext cx="8763000" cy="5781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908724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1CBA28A-DDA4-4ECC-84BA-8F44429633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0237" y="854440"/>
            <a:ext cx="8757770" cy="5336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830736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2DD6355-3707-42F3-9D65-CDE00E7A41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4262" y="569626"/>
            <a:ext cx="9788577" cy="5966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375335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0D8E6EC-2177-4FF7-8044-F4AB357475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4203" y="842962"/>
            <a:ext cx="9503764" cy="5172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309378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D530285-BD27-49EB-8AC4-967DB6C01E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3987" y="629587"/>
            <a:ext cx="9833626" cy="5606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742083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F01CBAC-F59B-49A1-8D6F-C2128A216B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4525" y="581025"/>
            <a:ext cx="8362950" cy="5695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409356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A3FEA4D-C818-408D-94E4-7D84C46CDC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9262" y="571500"/>
            <a:ext cx="8753475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245959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7B150EF-BBD3-42FD-B93E-B56B1ED4E6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9750" y="833437"/>
            <a:ext cx="8572500" cy="5191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265561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7BF5329-B527-4D3C-A3D6-381FFF8DBD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6412" y="619125"/>
            <a:ext cx="8639175" cy="5619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110850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522A51F-F33A-49ED-843E-DE7B564914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469" y="942975"/>
            <a:ext cx="10253272" cy="4972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719344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EE6BF80-BF60-44D4-A8FA-479CFFB729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3315" y="400050"/>
            <a:ext cx="8515350" cy="6057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267078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98D0C39-2926-4883-986A-14E35FCEF6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7615" y="866775"/>
            <a:ext cx="8286750" cy="5124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062385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DC4CE57-A373-4E7F-BB1C-B813FC6BB9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9292" y="628650"/>
            <a:ext cx="9638675" cy="560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902153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8384119-B939-4E23-A5F5-7A20BFA411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762" y="395287"/>
            <a:ext cx="9896475" cy="6067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343712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50</TotalTime>
  <Words>14</Words>
  <Application>Microsoft Office PowerPoint</Application>
  <PresentationFormat>Widescreen</PresentationFormat>
  <Paragraphs>3</Paragraphs>
  <Slides>49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3" baseType="lpstr">
      <vt:lpstr>Arial</vt:lpstr>
      <vt:lpstr>Century Gothic</vt:lpstr>
      <vt:lpstr>Wingdings 3</vt:lpstr>
      <vt:lpstr>Ion</vt:lpstr>
      <vt:lpstr>SQL(structure query language)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SQL(structure query language)</dc:title>
  <dc:creator>parul madaan</dc:creator>
  <cp:lastModifiedBy>parul madaan</cp:lastModifiedBy>
  <cp:revision>2</cp:revision>
  <dcterms:created xsi:type="dcterms:W3CDTF">2020-07-23T01:43:45Z</dcterms:created>
  <dcterms:modified xsi:type="dcterms:W3CDTF">2020-07-23T02:33:47Z</dcterms:modified>
</cp:coreProperties>
</file>